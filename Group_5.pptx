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 id="2147483648" r:id="rId2"/>
  </p:sldMasterIdLst>
  <p:notesMasterIdLst>
    <p:notesMasterId r:id="rId32"/>
  </p:notesMasterIdLst>
  <p:sldIdLst>
    <p:sldId id="281" r:id="rId3"/>
    <p:sldId id="327" r:id="rId4"/>
    <p:sldId id="342" r:id="rId5"/>
    <p:sldId id="360" r:id="rId6"/>
    <p:sldId id="362" r:id="rId7"/>
    <p:sldId id="346" r:id="rId8"/>
    <p:sldId id="352" r:id="rId9"/>
    <p:sldId id="378" r:id="rId10"/>
    <p:sldId id="359" r:id="rId11"/>
    <p:sldId id="361" r:id="rId12"/>
    <p:sldId id="347" r:id="rId13"/>
    <p:sldId id="357" r:id="rId14"/>
    <p:sldId id="367" r:id="rId15"/>
    <p:sldId id="283" r:id="rId16"/>
    <p:sldId id="358" r:id="rId17"/>
    <p:sldId id="348" r:id="rId18"/>
    <p:sldId id="354" r:id="rId19"/>
    <p:sldId id="366" r:id="rId20"/>
    <p:sldId id="375" r:id="rId21"/>
    <p:sldId id="370" r:id="rId22"/>
    <p:sldId id="365" r:id="rId23"/>
    <p:sldId id="368" r:id="rId24"/>
    <p:sldId id="369" r:id="rId25"/>
    <p:sldId id="349" r:id="rId26"/>
    <p:sldId id="377" r:id="rId27"/>
    <p:sldId id="355" r:id="rId28"/>
    <p:sldId id="350" r:id="rId29"/>
    <p:sldId id="356" r:id="rId30"/>
    <p:sldId id="33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4F1657-4F82-5703-0550-362DA8B2083E}" name="Mani Surapathi" initials="MS" userId="S::msurapathi1@student.gsu.edu::130c7fd5-f0c7-47f5-807e-6ad5324028e4" providerId="AD"/>
  <p188:author id="{089B83FB-5A8A-5219-B5FF-B9397CE24F95}" name="Sai Charanya Ponnala" initials="SCP" userId="S::sponnala1@student.gsu.edu::623dd0ee-53a5-4e21-9669-fa17b851157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0613A"/>
    <a:srgbClr val="F57E5D"/>
    <a:srgbClr val="F0853A"/>
    <a:srgbClr val="ED6F15"/>
    <a:srgbClr val="29C3E6"/>
    <a:srgbClr val="23D6D9"/>
    <a:srgbClr val="3374A3"/>
    <a:srgbClr val="068E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0BF8F-A83B-4642-8667-EEFDAC8BB9EE}" v="8" dt="2023-04-19T00:06:46.950"/>
    <p1510:client id="{1D19C377-7A53-4377-AC06-63E0F3E145F7}" v="237" dt="2023-04-18T22:17:48.131"/>
    <p1510:client id="{2F73E186-4768-4C35-B72C-07D07115AFF5}" v="3" dt="2023-04-19T04:03:48.794"/>
    <p1510:client id="{46C10B84-60C7-499E-A732-C892985EE178}" v="211" dt="2023-04-19T03:52:13.359"/>
    <p1510:client id="{582CA578-BAE2-4471-AA38-48B0C76C0FF5}" v="153" dt="2023-04-19T00:28:26.240"/>
    <p1510:client id="{78828D86-92B9-4AE6-8A32-2E940F025AD4}" v="585" vWet="586" dt="2023-04-18T20:18:14.912"/>
    <p1510:client id="{8882C0F5-BFDA-437C-99C5-65D3A7FEB3F5}" v="236" dt="2023-04-18T20:40:51.128"/>
    <p1510:client id="{B0434D34-ED5D-402E-8FCD-0D9BD2591B8F}" v="27" dt="2023-04-19T04:52:43.114"/>
    <p1510:client id="{C0EE03D6-6F8B-4B31-9FD9-FD9220754F56}" v="998" dt="2023-04-18T21:53:00.470"/>
    <p1510:client id="{CB819A9F-9AC5-D746-A651-CDFD446FD432}" v="4889" dt="2023-04-19T17:11:29.83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16"/>
  </p:normalViewPr>
  <p:slideViewPr>
    <p:cSldViewPr snapToGrid="0" snapToObjects="1">
      <p:cViewPr varScale="1">
        <p:scale>
          <a:sx n="103" d="100"/>
          <a:sy n="103" d="100"/>
        </p:scale>
        <p:origin x="8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diagrams/_rels/data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81CBB3-EC61-4544-80BC-757C97B7BB6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AD7C082-7F93-4C82-8272-AC36DF977707}">
      <dgm:prSet/>
      <dgm:spPr/>
      <dgm:t>
        <a:bodyPr/>
        <a:lstStyle/>
        <a:p>
          <a:pPr>
            <a:lnSpc>
              <a:spcPct val="100000"/>
            </a:lnSpc>
          </a:pPr>
          <a:r>
            <a:rPr lang="en-GB" b="1"/>
            <a:t>Data Pre-processing &amp; Exploratory </a:t>
          </a:r>
          <a:r>
            <a:rPr lang="en-GB" b="1">
              <a:latin typeface="Arial" panose="020B0604020202020204"/>
            </a:rPr>
            <a:t>analysis</a:t>
          </a:r>
          <a:endParaRPr lang="en-US"/>
        </a:p>
      </dgm:t>
    </dgm:pt>
    <dgm:pt modelId="{11A4BF68-5FCA-4A4F-A746-BCBFB3B66BF7}" type="parTrans" cxnId="{B63017DC-5FC0-4BB1-9BCF-1C62DCBCCEA6}">
      <dgm:prSet/>
      <dgm:spPr/>
      <dgm:t>
        <a:bodyPr/>
        <a:lstStyle/>
        <a:p>
          <a:endParaRPr lang="en-US"/>
        </a:p>
      </dgm:t>
    </dgm:pt>
    <dgm:pt modelId="{E78399D0-C5A7-4C3E-9BA3-9CB32B01DC4F}" type="sibTrans" cxnId="{B63017DC-5FC0-4BB1-9BCF-1C62DCBCCEA6}">
      <dgm:prSet/>
      <dgm:spPr/>
      <dgm:t>
        <a:bodyPr/>
        <a:lstStyle/>
        <a:p>
          <a:endParaRPr lang="en-US"/>
        </a:p>
      </dgm:t>
    </dgm:pt>
    <dgm:pt modelId="{9A4EE7C3-ED55-C546-8D77-A0356CCAA652}">
      <dgm:prSet/>
      <dgm:spPr/>
      <dgm:t>
        <a:bodyPr/>
        <a:lstStyle/>
        <a:p>
          <a:pPr>
            <a:lnSpc>
              <a:spcPct val="100000"/>
            </a:lnSpc>
          </a:pPr>
          <a:r>
            <a:rPr lang="en-US" b="1"/>
            <a:t>Results and Evaluation</a:t>
          </a:r>
        </a:p>
      </dgm:t>
    </dgm:pt>
    <dgm:pt modelId="{1866EE80-EADA-B545-8BD1-06A397362AEA}" type="parTrans" cxnId="{AE9A09E0-52CA-FB44-92EB-B492CCDE6681}">
      <dgm:prSet/>
      <dgm:spPr/>
      <dgm:t>
        <a:bodyPr/>
        <a:lstStyle/>
        <a:p>
          <a:endParaRPr lang="en-GB"/>
        </a:p>
      </dgm:t>
    </dgm:pt>
    <dgm:pt modelId="{41B73C30-95E2-C242-8440-A23C279B7D13}" type="sibTrans" cxnId="{AE9A09E0-52CA-FB44-92EB-B492CCDE6681}">
      <dgm:prSet/>
      <dgm:spPr/>
      <dgm:t>
        <a:bodyPr/>
        <a:lstStyle/>
        <a:p>
          <a:endParaRPr lang="en-GB"/>
        </a:p>
      </dgm:t>
    </dgm:pt>
    <dgm:pt modelId="{52DC8CE8-005A-4472-8E6F-91F8992DE012}">
      <dgm:prSet phldr="0"/>
      <dgm:spPr/>
      <dgm:t>
        <a:bodyPr/>
        <a:lstStyle/>
        <a:p>
          <a:pPr>
            <a:lnSpc>
              <a:spcPct val="100000"/>
            </a:lnSpc>
          </a:pPr>
          <a:r>
            <a:rPr lang="en-US" b="1"/>
            <a:t>Problem Statement and Objective</a:t>
          </a:r>
          <a:endParaRPr lang="en-US"/>
        </a:p>
      </dgm:t>
    </dgm:pt>
    <dgm:pt modelId="{5230A9CA-87BC-49EF-B693-897BFDC12A22}" type="parTrans" cxnId="{F63C547C-0DB9-46CF-8767-29BDB1023AD2}">
      <dgm:prSet/>
      <dgm:spPr/>
      <dgm:t>
        <a:bodyPr/>
        <a:lstStyle/>
        <a:p>
          <a:endParaRPr lang="en-GB"/>
        </a:p>
      </dgm:t>
    </dgm:pt>
    <dgm:pt modelId="{68E36654-273F-472B-853B-4A2BE7F6E0EC}" type="sibTrans" cxnId="{F63C547C-0DB9-46CF-8767-29BDB1023AD2}">
      <dgm:prSet/>
      <dgm:spPr/>
      <dgm:t>
        <a:bodyPr/>
        <a:lstStyle/>
        <a:p>
          <a:endParaRPr lang="en-GB"/>
        </a:p>
      </dgm:t>
    </dgm:pt>
    <dgm:pt modelId="{33A5FABB-65C0-44F0-92F6-52027E7A9F35}">
      <dgm:prSet phldr="0"/>
      <dgm:spPr/>
      <dgm:t>
        <a:bodyPr/>
        <a:lstStyle/>
        <a:p>
          <a:pPr>
            <a:lnSpc>
              <a:spcPct val="100000"/>
            </a:lnSpc>
          </a:pPr>
          <a:r>
            <a:rPr lang="en-US" b="1">
              <a:latin typeface="Arial" panose="020B0604020202020204"/>
            </a:rPr>
            <a:t>Algorithms, Analysis, and Implementations </a:t>
          </a:r>
          <a:endParaRPr lang="en-US"/>
        </a:p>
      </dgm:t>
    </dgm:pt>
    <dgm:pt modelId="{03947728-A246-432E-8354-D28FF960296D}" type="parTrans" cxnId="{E1AD30FF-73B6-4324-9780-3D40EF921579}">
      <dgm:prSet/>
      <dgm:spPr/>
      <dgm:t>
        <a:bodyPr/>
        <a:lstStyle/>
        <a:p>
          <a:endParaRPr lang="en-GB"/>
        </a:p>
      </dgm:t>
    </dgm:pt>
    <dgm:pt modelId="{2106FD0E-BBC2-47B2-946E-41764B3326A2}" type="sibTrans" cxnId="{E1AD30FF-73B6-4324-9780-3D40EF921579}">
      <dgm:prSet/>
      <dgm:spPr/>
      <dgm:t>
        <a:bodyPr/>
        <a:lstStyle/>
        <a:p>
          <a:endParaRPr lang="en-GB"/>
        </a:p>
      </dgm:t>
    </dgm:pt>
    <dgm:pt modelId="{617CAF3D-6456-4C8E-993C-3060CAFD5433}">
      <dgm:prSet phldr="0"/>
      <dgm:spPr/>
      <dgm:t>
        <a:bodyPr/>
        <a:lstStyle/>
        <a:p>
          <a:pPr>
            <a:lnSpc>
              <a:spcPct val="100000"/>
            </a:lnSpc>
          </a:pPr>
          <a:r>
            <a:rPr lang="en-US" b="1"/>
            <a:t>Conclusions</a:t>
          </a:r>
          <a:r>
            <a:rPr lang="en-US">
              <a:latin typeface="Arial" panose="020B0604020202020204"/>
            </a:rPr>
            <a:t> </a:t>
          </a:r>
          <a:endParaRPr lang="en-US"/>
        </a:p>
      </dgm:t>
    </dgm:pt>
    <dgm:pt modelId="{035C7AAA-4463-4291-AC78-297112A39C1E}" type="parTrans" cxnId="{A7D6EB0E-ED84-4494-A150-78180DC6FAD0}">
      <dgm:prSet/>
      <dgm:spPr/>
      <dgm:t>
        <a:bodyPr/>
        <a:lstStyle/>
        <a:p>
          <a:endParaRPr lang="en-GB"/>
        </a:p>
      </dgm:t>
    </dgm:pt>
    <dgm:pt modelId="{807BD444-B79F-4930-9535-392D83947396}" type="sibTrans" cxnId="{A7D6EB0E-ED84-4494-A150-78180DC6FAD0}">
      <dgm:prSet/>
      <dgm:spPr/>
      <dgm:t>
        <a:bodyPr/>
        <a:lstStyle/>
        <a:p>
          <a:endParaRPr lang="en-GB"/>
        </a:p>
      </dgm:t>
    </dgm:pt>
    <dgm:pt modelId="{74104A3A-4E67-4E57-851A-7C09A9234BB3}">
      <dgm:prSet phldr="0"/>
      <dgm:spPr/>
      <dgm:t>
        <a:bodyPr/>
        <a:lstStyle/>
        <a:p>
          <a:pPr>
            <a:lnSpc>
              <a:spcPct val="100000"/>
            </a:lnSpc>
          </a:pPr>
          <a:r>
            <a:rPr lang="en-US" b="1">
              <a:latin typeface="Arial" panose="020B0604020202020204"/>
            </a:rPr>
            <a:t>Group Member Contributions</a:t>
          </a:r>
          <a:endParaRPr lang="en-US"/>
        </a:p>
      </dgm:t>
    </dgm:pt>
    <dgm:pt modelId="{1C25E085-A302-45E8-997F-6357018C52DF}" type="parTrans" cxnId="{BC49AEA1-3083-4AE6-B807-43270BEA6C0F}">
      <dgm:prSet/>
      <dgm:spPr/>
      <dgm:t>
        <a:bodyPr/>
        <a:lstStyle/>
        <a:p>
          <a:endParaRPr lang="en-GB"/>
        </a:p>
      </dgm:t>
    </dgm:pt>
    <dgm:pt modelId="{089FF19E-AFA7-4800-BE5E-1EFD929959CF}" type="sibTrans" cxnId="{BC49AEA1-3083-4AE6-B807-43270BEA6C0F}">
      <dgm:prSet/>
      <dgm:spPr/>
      <dgm:t>
        <a:bodyPr/>
        <a:lstStyle/>
        <a:p>
          <a:endParaRPr lang="en-GB"/>
        </a:p>
      </dgm:t>
    </dgm:pt>
    <dgm:pt modelId="{EE4D3E2E-7396-41EE-9F01-379AADF95963}" type="pres">
      <dgm:prSet presAssocID="{A281CBB3-EC61-4544-80BC-757C97B7BB67}" presName="root" presStyleCnt="0">
        <dgm:presLayoutVars>
          <dgm:dir/>
          <dgm:resizeHandles val="exact"/>
        </dgm:presLayoutVars>
      </dgm:prSet>
      <dgm:spPr/>
    </dgm:pt>
    <dgm:pt modelId="{EF5D35A4-DD27-4C31-A4F4-29A4598905F3}" type="pres">
      <dgm:prSet presAssocID="{52DC8CE8-005A-4472-8E6F-91F8992DE012}" presName="compNode" presStyleCnt="0"/>
      <dgm:spPr/>
    </dgm:pt>
    <dgm:pt modelId="{B794D503-EBFE-4620-A7FA-07859EAE19B2}" type="pres">
      <dgm:prSet presAssocID="{52DC8CE8-005A-4472-8E6F-91F8992DE012}" presName="bgRect" presStyleLbl="bgShp" presStyleIdx="0" presStyleCnt="6"/>
      <dgm:spPr/>
    </dgm:pt>
    <dgm:pt modelId="{FF54B3F1-7592-4E8F-B3AB-E97CCC56C5AE}" type="pres">
      <dgm:prSet presAssocID="{52DC8CE8-005A-4472-8E6F-91F8992DE012}" presName="iconRect" presStyleLbl="node1" presStyleIdx="0" presStyleCnt="6" custScaleX="132376" custScaleY="15618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Map with pin with solid fill"/>
        </a:ext>
      </dgm:extLst>
    </dgm:pt>
    <dgm:pt modelId="{D1D511B8-5E2B-4C24-80BC-974997246C51}" type="pres">
      <dgm:prSet presAssocID="{52DC8CE8-005A-4472-8E6F-91F8992DE012}" presName="spaceRect" presStyleCnt="0"/>
      <dgm:spPr/>
    </dgm:pt>
    <dgm:pt modelId="{AA989B56-6087-41E9-92F2-694260AC3F0D}" type="pres">
      <dgm:prSet presAssocID="{52DC8CE8-005A-4472-8E6F-91F8992DE012}" presName="parTx" presStyleLbl="revTx" presStyleIdx="0" presStyleCnt="6">
        <dgm:presLayoutVars>
          <dgm:chMax val="0"/>
          <dgm:chPref val="0"/>
        </dgm:presLayoutVars>
      </dgm:prSet>
      <dgm:spPr/>
    </dgm:pt>
    <dgm:pt modelId="{2F7E0916-E356-44C2-BC2E-C0C7416866E1}" type="pres">
      <dgm:prSet presAssocID="{68E36654-273F-472B-853B-4A2BE7F6E0EC}" presName="sibTrans" presStyleCnt="0"/>
      <dgm:spPr/>
    </dgm:pt>
    <dgm:pt modelId="{89558671-EB56-4595-B6DD-1249B5EE5437}" type="pres">
      <dgm:prSet presAssocID="{9AD7C082-7F93-4C82-8272-AC36DF977707}" presName="compNode" presStyleCnt="0"/>
      <dgm:spPr/>
    </dgm:pt>
    <dgm:pt modelId="{CF440FA9-37C9-4279-A926-36C5E4EE1C87}" type="pres">
      <dgm:prSet presAssocID="{9AD7C082-7F93-4C82-8272-AC36DF977707}" presName="bgRect" presStyleLbl="bgShp" presStyleIdx="1" presStyleCnt="6" custLinFactNeighborY="2026"/>
      <dgm:spPr/>
    </dgm:pt>
    <dgm:pt modelId="{9FB7BE6A-4AA9-4DB2-95B0-B2BB8D81DAAB}" type="pres">
      <dgm:prSet presAssocID="{9AD7C082-7F93-4C82-8272-AC36DF977707}" presName="iconRect" presStyleLbl="node1" presStyleIdx="1" presStyleCnt="6" custLinFactY="432017" custLinFactNeighborX="-4355" custLinFactNeighborY="500000"/>
      <dgm:spPr>
        <a:ln>
          <a:noFill/>
        </a:ln>
      </dgm:spPr>
    </dgm:pt>
    <dgm:pt modelId="{A7D9BD14-B194-48F7-A6AD-5EA845D1AE43}" type="pres">
      <dgm:prSet presAssocID="{9AD7C082-7F93-4C82-8272-AC36DF977707}" presName="spaceRect" presStyleCnt="0"/>
      <dgm:spPr/>
    </dgm:pt>
    <dgm:pt modelId="{70693F33-8377-4BC6-BB45-C9E156D2745D}" type="pres">
      <dgm:prSet presAssocID="{9AD7C082-7F93-4C82-8272-AC36DF977707}" presName="parTx" presStyleLbl="revTx" presStyleIdx="1" presStyleCnt="6">
        <dgm:presLayoutVars>
          <dgm:chMax val="0"/>
          <dgm:chPref val="0"/>
        </dgm:presLayoutVars>
      </dgm:prSet>
      <dgm:spPr/>
    </dgm:pt>
    <dgm:pt modelId="{1F3A9BA6-3C22-4827-AAE2-59CC37C8988D}" type="pres">
      <dgm:prSet presAssocID="{E78399D0-C5A7-4C3E-9BA3-9CB32B01DC4F}" presName="sibTrans" presStyleCnt="0"/>
      <dgm:spPr/>
    </dgm:pt>
    <dgm:pt modelId="{0D6754FF-DE33-4C04-BB33-D2E0AC1A360F}" type="pres">
      <dgm:prSet presAssocID="{33A5FABB-65C0-44F0-92F6-52027E7A9F35}" presName="compNode" presStyleCnt="0"/>
      <dgm:spPr/>
    </dgm:pt>
    <dgm:pt modelId="{12B88AD0-9980-4833-8215-5DDA82FE9F37}" type="pres">
      <dgm:prSet presAssocID="{33A5FABB-65C0-44F0-92F6-52027E7A9F35}" presName="bgRect" presStyleLbl="bgShp" presStyleIdx="2" presStyleCnt="6"/>
      <dgm:spPr/>
    </dgm:pt>
    <dgm:pt modelId="{C0117CCA-0F67-4BA4-A6ED-82B35C42DCA8}" type="pres">
      <dgm:prSet presAssocID="{33A5FABB-65C0-44F0-92F6-52027E7A9F35}" presName="iconRect" presStyleLbl="node1" presStyleIdx="2" presStyleCnt="6" custScaleX="156642" custScaleY="153967"/>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pt>
    <dgm:pt modelId="{68599EF1-DD1F-4282-A841-280D2AAD381C}" type="pres">
      <dgm:prSet presAssocID="{33A5FABB-65C0-44F0-92F6-52027E7A9F35}" presName="spaceRect" presStyleCnt="0"/>
      <dgm:spPr/>
    </dgm:pt>
    <dgm:pt modelId="{57A4A9EF-6A4A-4827-9242-78D109DD1C86}" type="pres">
      <dgm:prSet presAssocID="{33A5FABB-65C0-44F0-92F6-52027E7A9F35}" presName="parTx" presStyleLbl="revTx" presStyleIdx="2" presStyleCnt="6">
        <dgm:presLayoutVars>
          <dgm:chMax val="0"/>
          <dgm:chPref val="0"/>
        </dgm:presLayoutVars>
      </dgm:prSet>
      <dgm:spPr/>
    </dgm:pt>
    <dgm:pt modelId="{92B1B314-8D28-4BF5-B441-7C7E37D7F339}" type="pres">
      <dgm:prSet presAssocID="{2106FD0E-BBC2-47B2-946E-41764B3326A2}" presName="sibTrans" presStyleCnt="0"/>
      <dgm:spPr/>
    </dgm:pt>
    <dgm:pt modelId="{F83BC10E-E451-7944-A355-5173D91A2A9B}" type="pres">
      <dgm:prSet presAssocID="{9A4EE7C3-ED55-C546-8D77-A0356CCAA652}" presName="compNode" presStyleCnt="0"/>
      <dgm:spPr/>
    </dgm:pt>
    <dgm:pt modelId="{17E40F14-8AC6-2141-A9D7-C41D93C4BEEF}" type="pres">
      <dgm:prSet presAssocID="{9A4EE7C3-ED55-C546-8D77-A0356CCAA652}" presName="bgRect" presStyleLbl="bgShp" presStyleIdx="3" presStyleCnt="6"/>
      <dgm:spPr/>
    </dgm:pt>
    <dgm:pt modelId="{7988190B-F922-904F-B1BF-40C400C4F805}" type="pres">
      <dgm:prSet presAssocID="{9A4EE7C3-ED55-C546-8D77-A0356CCAA652}" presName="iconRect" presStyleLbl="node1" presStyleIdx="3" presStyleCnt="6" custScaleX="156642" custScaleY="16011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Venn diagram with solid fill"/>
        </a:ext>
      </dgm:extLst>
    </dgm:pt>
    <dgm:pt modelId="{82520DD5-0AAA-E54A-938F-64B676F3D3B4}" type="pres">
      <dgm:prSet presAssocID="{9A4EE7C3-ED55-C546-8D77-A0356CCAA652}" presName="spaceRect" presStyleCnt="0"/>
      <dgm:spPr/>
    </dgm:pt>
    <dgm:pt modelId="{638A3D82-4020-4D48-BA79-D18A4D42F04D}" type="pres">
      <dgm:prSet presAssocID="{9A4EE7C3-ED55-C546-8D77-A0356CCAA652}" presName="parTx" presStyleLbl="revTx" presStyleIdx="3" presStyleCnt="6">
        <dgm:presLayoutVars>
          <dgm:chMax val="0"/>
          <dgm:chPref val="0"/>
        </dgm:presLayoutVars>
      </dgm:prSet>
      <dgm:spPr/>
    </dgm:pt>
    <dgm:pt modelId="{84511A12-1567-EF45-898E-048ABEECC783}" type="pres">
      <dgm:prSet presAssocID="{41B73C30-95E2-C242-8440-A23C279B7D13}" presName="sibTrans" presStyleCnt="0"/>
      <dgm:spPr/>
    </dgm:pt>
    <dgm:pt modelId="{15096CEB-5E70-427A-978D-7B9A89474A22}" type="pres">
      <dgm:prSet presAssocID="{617CAF3D-6456-4C8E-993C-3060CAFD5433}" presName="compNode" presStyleCnt="0"/>
      <dgm:spPr/>
    </dgm:pt>
    <dgm:pt modelId="{1442684E-9798-4606-843C-716BF71C517E}" type="pres">
      <dgm:prSet presAssocID="{617CAF3D-6456-4C8E-993C-3060CAFD5433}" presName="bgRect" presStyleLbl="bgShp" presStyleIdx="4" presStyleCnt="6"/>
      <dgm:spPr/>
    </dgm:pt>
    <dgm:pt modelId="{CD3B180A-A5F9-4B6B-9998-CE7424BB5BAC}" type="pres">
      <dgm:prSet presAssocID="{617CAF3D-6456-4C8E-993C-3060CAFD5433}" presName="iconRect" presStyleLbl="node1" presStyleIdx="4" presStyleCnt="6" custScaleX="156641" custScaleY="147909"/>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Social network with solid fill"/>
        </a:ext>
      </dgm:extLst>
    </dgm:pt>
    <dgm:pt modelId="{A4752792-F5B0-4499-9CC7-68A8DDC9CA5E}" type="pres">
      <dgm:prSet presAssocID="{617CAF3D-6456-4C8E-993C-3060CAFD5433}" presName="spaceRect" presStyleCnt="0"/>
      <dgm:spPr/>
    </dgm:pt>
    <dgm:pt modelId="{00FB9174-9FF9-4132-BCEC-2AE17964ECAC}" type="pres">
      <dgm:prSet presAssocID="{617CAF3D-6456-4C8E-993C-3060CAFD5433}" presName="parTx" presStyleLbl="revTx" presStyleIdx="4" presStyleCnt="6">
        <dgm:presLayoutVars>
          <dgm:chMax val="0"/>
          <dgm:chPref val="0"/>
        </dgm:presLayoutVars>
      </dgm:prSet>
      <dgm:spPr/>
    </dgm:pt>
    <dgm:pt modelId="{F5D055DE-BFB3-46C5-B275-41DC836C3B52}" type="pres">
      <dgm:prSet presAssocID="{807BD444-B79F-4930-9535-392D83947396}" presName="sibTrans" presStyleCnt="0"/>
      <dgm:spPr/>
    </dgm:pt>
    <dgm:pt modelId="{52590D7B-7485-4C50-9C52-9574F1F706B3}" type="pres">
      <dgm:prSet presAssocID="{74104A3A-4E67-4E57-851A-7C09A9234BB3}" presName="compNode" presStyleCnt="0"/>
      <dgm:spPr/>
    </dgm:pt>
    <dgm:pt modelId="{AF6443C1-35AB-4516-B535-35952A3CF8FB}" type="pres">
      <dgm:prSet presAssocID="{74104A3A-4E67-4E57-851A-7C09A9234BB3}" presName="bgRect" presStyleLbl="bgShp" presStyleIdx="5" presStyleCnt="6"/>
      <dgm:spPr/>
    </dgm:pt>
    <dgm:pt modelId="{1F3620D3-B1CB-4D2C-B19A-6B808A5DEAB6}" type="pres">
      <dgm:prSet presAssocID="{74104A3A-4E67-4E57-851A-7C09A9234BB3}" presName="iconRect" presStyleLbl="node1" presStyleIdx="5" presStyleCnt="6" custScaleX="155719" custScaleY="133244"/>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Questions with solid fill"/>
        </a:ext>
      </dgm:extLst>
    </dgm:pt>
    <dgm:pt modelId="{351EF44F-E9FD-4830-BB2E-99F39B672733}" type="pres">
      <dgm:prSet presAssocID="{74104A3A-4E67-4E57-851A-7C09A9234BB3}" presName="spaceRect" presStyleCnt="0"/>
      <dgm:spPr/>
    </dgm:pt>
    <dgm:pt modelId="{D350E273-C5D8-4372-BC18-DF676845471B}" type="pres">
      <dgm:prSet presAssocID="{74104A3A-4E67-4E57-851A-7C09A9234BB3}" presName="parTx" presStyleLbl="revTx" presStyleIdx="5" presStyleCnt="6">
        <dgm:presLayoutVars>
          <dgm:chMax val="0"/>
          <dgm:chPref val="0"/>
        </dgm:presLayoutVars>
      </dgm:prSet>
      <dgm:spPr/>
    </dgm:pt>
  </dgm:ptLst>
  <dgm:cxnLst>
    <dgm:cxn modelId="{2ABE3E03-1E33-44BE-8DA5-149DFF1B9DBE}" type="presOf" srcId="{9AD7C082-7F93-4C82-8272-AC36DF977707}" destId="{70693F33-8377-4BC6-BB45-C9E156D2745D}" srcOrd="0" destOrd="0" presId="urn:microsoft.com/office/officeart/2018/2/layout/IconVerticalSolidList"/>
    <dgm:cxn modelId="{A7D6EB0E-ED84-4494-A150-78180DC6FAD0}" srcId="{A281CBB3-EC61-4544-80BC-757C97B7BB67}" destId="{617CAF3D-6456-4C8E-993C-3060CAFD5433}" srcOrd="4" destOrd="0" parTransId="{035C7AAA-4463-4291-AC78-297112A39C1E}" sibTransId="{807BD444-B79F-4930-9535-392D83947396}"/>
    <dgm:cxn modelId="{6FF37F33-BDED-4FA1-A363-3B505E725621}" type="presOf" srcId="{52DC8CE8-005A-4472-8E6F-91F8992DE012}" destId="{AA989B56-6087-41E9-92F2-694260AC3F0D}" srcOrd="0" destOrd="0" presId="urn:microsoft.com/office/officeart/2018/2/layout/IconVerticalSolidList"/>
    <dgm:cxn modelId="{BDC0E236-CDEE-4764-8F04-B16857B96DDC}" type="presOf" srcId="{617CAF3D-6456-4C8E-993C-3060CAFD5433}" destId="{00FB9174-9FF9-4132-BCEC-2AE17964ECAC}" srcOrd="0" destOrd="0" presId="urn:microsoft.com/office/officeart/2018/2/layout/IconVerticalSolidList"/>
    <dgm:cxn modelId="{0A18F048-1EC7-481F-B3DB-FE166D4E095C}" type="presOf" srcId="{33A5FABB-65C0-44F0-92F6-52027E7A9F35}" destId="{57A4A9EF-6A4A-4827-9242-78D109DD1C86}" srcOrd="0" destOrd="0" presId="urn:microsoft.com/office/officeart/2018/2/layout/IconVerticalSolidList"/>
    <dgm:cxn modelId="{F63C547C-0DB9-46CF-8767-29BDB1023AD2}" srcId="{A281CBB3-EC61-4544-80BC-757C97B7BB67}" destId="{52DC8CE8-005A-4472-8E6F-91F8992DE012}" srcOrd="0" destOrd="0" parTransId="{5230A9CA-87BC-49EF-B693-897BFDC12A22}" sibTransId="{68E36654-273F-472B-853B-4A2BE7F6E0EC}"/>
    <dgm:cxn modelId="{B5457E8B-2CBC-4904-8C89-F31659321A7C}" type="presOf" srcId="{A281CBB3-EC61-4544-80BC-757C97B7BB67}" destId="{EE4D3E2E-7396-41EE-9F01-379AADF95963}" srcOrd="0" destOrd="0" presId="urn:microsoft.com/office/officeart/2018/2/layout/IconVerticalSolidList"/>
    <dgm:cxn modelId="{39214B91-2653-48E9-8C3D-6F2A5D16F93E}" type="presOf" srcId="{9A4EE7C3-ED55-C546-8D77-A0356CCAA652}" destId="{638A3D82-4020-4D48-BA79-D18A4D42F04D}" srcOrd="0" destOrd="0" presId="urn:microsoft.com/office/officeart/2018/2/layout/IconVerticalSolidList"/>
    <dgm:cxn modelId="{BC49AEA1-3083-4AE6-B807-43270BEA6C0F}" srcId="{A281CBB3-EC61-4544-80BC-757C97B7BB67}" destId="{74104A3A-4E67-4E57-851A-7C09A9234BB3}" srcOrd="5" destOrd="0" parTransId="{1C25E085-A302-45E8-997F-6357018C52DF}" sibTransId="{089FF19E-AFA7-4800-BE5E-1EFD929959CF}"/>
    <dgm:cxn modelId="{B63017DC-5FC0-4BB1-9BCF-1C62DCBCCEA6}" srcId="{A281CBB3-EC61-4544-80BC-757C97B7BB67}" destId="{9AD7C082-7F93-4C82-8272-AC36DF977707}" srcOrd="1" destOrd="0" parTransId="{11A4BF68-5FCA-4A4F-A746-BCBFB3B66BF7}" sibTransId="{E78399D0-C5A7-4C3E-9BA3-9CB32B01DC4F}"/>
    <dgm:cxn modelId="{AE9A09E0-52CA-FB44-92EB-B492CCDE6681}" srcId="{A281CBB3-EC61-4544-80BC-757C97B7BB67}" destId="{9A4EE7C3-ED55-C546-8D77-A0356CCAA652}" srcOrd="3" destOrd="0" parTransId="{1866EE80-EADA-B545-8BD1-06A397362AEA}" sibTransId="{41B73C30-95E2-C242-8440-A23C279B7D13}"/>
    <dgm:cxn modelId="{09D03DE3-1187-4F9F-9000-984FCFCAF5AC}" type="presOf" srcId="{74104A3A-4E67-4E57-851A-7C09A9234BB3}" destId="{D350E273-C5D8-4372-BC18-DF676845471B}" srcOrd="0" destOrd="0" presId="urn:microsoft.com/office/officeart/2018/2/layout/IconVerticalSolidList"/>
    <dgm:cxn modelId="{E1AD30FF-73B6-4324-9780-3D40EF921579}" srcId="{A281CBB3-EC61-4544-80BC-757C97B7BB67}" destId="{33A5FABB-65C0-44F0-92F6-52027E7A9F35}" srcOrd="2" destOrd="0" parTransId="{03947728-A246-432E-8354-D28FF960296D}" sibTransId="{2106FD0E-BBC2-47B2-946E-41764B3326A2}"/>
    <dgm:cxn modelId="{9F93C8E1-1318-47B1-9104-8F44E19F26DC}" type="presParOf" srcId="{EE4D3E2E-7396-41EE-9F01-379AADF95963}" destId="{EF5D35A4-DD27-4C31-A4F4-29A4598905F3}" srcOrd="0" destOrd="0" presId="urn:microsoft.com/office/officeart/2018/2/layout/IconVerticalSolidList"/>
    <dgm:cxn modelId="{32B04393-8403-495D-9896-251B80C30225}" type="presParOf" srcId="{EF5D35A4-DD27-4C31-A4F4-29A4598905F3}" destId="{B794D503-EBFE-4620-A7FA-07859EAE19B2}" srcOrd="0" destOrd="0" presId="urn:microsoft.com/office/officeart/2018/2/layout/IconVerticalSolidList"/>
    <dgm:cxn modelId="{70297995-D28B-466F-8495-8FF209E4692D}" type="presParOf" srcId="{EF5D35A4-DD27-4C31-A4F4-29A4598905F3}" destId="{FF54B3F1-7592-4E8F-B3AB-E97CCC56C5AE}" srcOrd="1" destOrd="0" presId="urn:microsoft.com/office/officeart/2018/2/layout/IconVerticalSolidList"/>
    <dgm:cxn modelId="{7466CA54-BC47-4810-BB95-36BE480F6D5A}" type="presParOf" srcId="{EF5D35A4-DD27-4C31-A4F4-29A4598905F3}" destId="{D1D511B8-5E2B-4C24-80BC-974997246C51}" srcOrd="2" destOrd="0" presId="urn:microsoft.com/office/officeart/2018/2/layout/IconVerticalSolidList"/>
    <dgm:cxn modelId="{D5D08FE3-B5CD-4450-9684-DA7127CC6517}" type="presParOf" srcId="{EF5D35A4-DD27-4C31-A4F4-29A4598905F3}" destId="{AA989B56-6087-41E9-92F2-694260AC3F0D}" srcOrd="3" destOrd="0" presId="urn:microsoft.com/office/officeart/2018/2/layout/IconVerticalSolidList"/>
    <dgm:cxn modelId="{3CEC67A8-9C2F-4FCD-9018-6F33B6B311EF}" type="presParOf" srcId="{EE4D3E2E-7396-41EE-9F01-379AADF95963}" destId="{2F7E0916-E356-44C2-BC2E-C0C7416866E1}" srcOrd="1" destOrd="0" presId="urn:microsoft.com/office/officeart/2018/2/layout/IconVerticalSolidList"/>
    <dgm:cxn modelId="{EF65B4BD-83B1-49FA-8A9D-0FCB80D85419}" type="presParOf" srcId="{EE4D3E2E-7396-41EE-9F01-379AADF95963}" destId="{89558671-EB56-4595-B6DD-1249B5EE5437}" srcOrd="2" destOrd="0" presId="urn:microsoft.com/office/officeart/2018/2/layout/IconVerticalSolidList"/>
    <dgm:cxn modelId="{9736065A-9FF2-4B8D-B961-07A957BC228A}" type="presParOf" srcId="{89558671-EB56-4595-B6DD-1249B5EE5437}" destId="{CF440FA9-37C9-4279-A926-36C5E4EE1C87}" srcOrd="0" destOrd="0" presId="urn:microsoft.com/office/officeart/2018/2/layout/IconVerticalSolidList"/>
    <dgm:cxn modelId="{9A55A419-E222-4229-8DF5-10ADA3F1A4D1}" type="presParOf" srcId="{89558671-EB56-4595-B6DD-1249B5EE5437}" destId="{9FB7BE6A-4AA9-4DB2-95B0-B2BB8D81DAAB}" srcOrd="1" destOrd="0" presId="urn:microsoft.com/office/officeart/2018/2/layout/IconVerticalSolidList"/>
    <dgm:cxn modelId="{6D5E6C1F-E0CF-4D48-86C0-8A3A04D78B70}" type="presParOf" srcId="{89558671-EB56-4595-B6DD-1249B5EE5437}" destId="{A7D9BD14-B194-48F7-A6AD-5EA845D1AE43}" srcOrd="2" destOrd="0" presId="urn:microsoft.com/office/officeart/2018/2/layout/IconVerticalSolidList"/>
    <dgm:cxn modelId="{5FC4D770-606E-4E65-AA7E-AFF1360F8813}" type="presParOf" srcId="{89558671-EB56-4595-B6DD-1249B5EE5437}" destId="{70693F33-8377-4BC6-BB45-C9E156D2745D}" srcOrd="3" destOrd="0" presId="urn:microsoft.com/office/officeart/2018/2/layout/IconVerticalSolidList"/>
    <dgm:cxn modelId="{7CBFA922-4B2A-4584-9B8D-A6CF37FFCEC2}" type="presParOf" srcId="{EE4D3E2E-7396-41EE-9F01-379AADF95963}" destId="{1F3A9BA6-3C22-4827-AAE2-59CC37C8988D}" srcOrd="3" destOrd="0" presId="urn:microsoft.com/office/officeart/2018/2/layout/IconVerticalSolidList"/>
    <dgm:cxn modelId="{344AB638-9951-4301-9163-D14363B9C70C}" type="presParOf" srcId="{EE4D3E2E-7396-41EE-9F01-379AADF95963}" destId="{0D6754FF-DE33-4C04-BB33-D2E0AC1A360F}" srcOrd="4" destOrd="0" presId="urn:microsoft.com/office/officeart/2018/2/layout/IconVerticalSolidList"/>
    <dgm:cxn modelId="{1496C30B-5CBE-4D47-8AC3-0AA374490E8F}" type="presParOf" srcId="{0D6754FF-DE33-4C04-BB33-D2E0AC1A360F}" destId="{12B88AD0-9980-4833-8215-5DDA82FE9F37}" srcOrd="0" destOrd="0" presId="urn:microsoft.com/office/officeart/2018/2/layout/IconVerticalSolidList"/>
    <dgm:cxn modelId="{AE82E084-4278-4396-A5B5-E3B12119273E}" type="presParOf" srcId="{0D6754FF-DE33-4C04-BB33-D2E0AC1A360F}" destId="{C0117CCA-0F67-4BA4-A6ED-82B35C42DCA8}" srcOrd="1" destOrd="0" presId="urn:microsoft.com/office/officeart/2018/2/layout/IconVerticalSolidList"/>
    <dgm:cxn modelId="{32F6D396-7D58-4D95-9ED4-FC8932DFC84E}" type="presParOf" srcId="{0D6754FF-DE33-4C04-BB33-D2E0AC1A360F}" destId="{68599EF1-DD1F-4282-A841-280D2AAD381C}" srcOrd="2" destOrd="0" presId="urn:microsoft.com/office/officeart/2018/2/layout/IconVerticalSolidList"/>
    <dgm:cxn modelId="{948931CA-C374-4B7D-B54D-7665FC18921A}" type="presParOf" srcId="{0D6754FF-DE33-4C04-BB33-D2E0AC1A360F}" destId="{57A4A9EF-6A4A-4827-9242-78D109DD1C86}" srcOrd="3" destOrd="0" presId="urn:microsoft.com/office/officeart/2018/2/layout/IconVerticalSolidList"/>
    <dgm:cxn modelId="{B1E99068-4F61-4863-83BF-C10A47EC44C2}" type="presParOf" srcId="{EE4D3E2E-7396-41EE-9F01-379AADF95963}" destId="{92B1B314-8D28-4BF5-B441-7C7E37D7F339}" srcOrd="5" destOrd="0" presId="urn:microsoft.com/office/officeart/2018/2/layout/IconVerticalSolidList"/>
    <dgm:cxn modelId="{2C244D95-1449-4D4B-8599-A1802924178E}" type="presParOf" srcId="{EE4D3E2E-7396-41EE-9F01-379AADF95963}" destId="{F83BC10E-E451-7944-A355-5173D91A2A9B}" srcOrd="6" destOrd="0" presId="urn:microsoft.com/office/officeart/2018/2/layout/IconVerticalSolidList"/>
    <dgm:cxn modelId="{0BAFCBE3-6940-4723-A673-C0D876794B0C}" type="presParOf" srcId="{F83BC10E-E451-7944-A355-5173D91A2A9B}" destId="{17E40F14-8AC6-2141-A9D7-C41D93C4BEEF}" srcOrd="0" destOrd="0" presId="urn:microsoft.com/office/officeart/2018/2/layout/IconVerticalSolidList"/>
    <dgm:cxn modelId="{7F7BDEB7-5E55-4EF7-A2A9-E444F68D3B3D}" type="presParOf" srcId="{F83BC10E-E451-7944-A355-5173D91A2A9B}" destId="{7988190B-F922-904F-B1BF-40C400C4F805}" srcOrd="1" destOrd="0" presId="urn:microsoft.com/office/officeart/2018/2/layout/IconVerticalSolidList"/>
    <dgm:cxn modelId="{E9DBADFE-9007-4537-8370-97AC3119112F}" type="presParOf" srcId="{F83BC10E-E451-7944-A355-5173D91A2A9B}" destId="{82520DD5-0AAA-E54A-938F-64B676F3D3B4}" srcOrd="2" destOrd="0" presId="urn:microsoft.com/office/officeart/2018/2/layout/IconVerticalSolidList"/>
    <dgm:cxn modelId="{D5215332-6956-48FB-B0F8-E0F79C92F214}" type="presParOf" srcId="{F83BC10E-E451-7944-A355-5173D91A2A9B}" destId="{638A3D82-4020-4D48-BA79-D18A4D42F04D}" srcOrd="3" destOrd="0" presId="urn:microsoft.com/office/officeart/2018/2/layout/IconVerticalSolidList"/>
    <dgm:cxn modelId="{5851393E-F5EC-4895-9392-6840AB6B061C}" type="presParOf" srcId="{EE4D3E2E-7396-41EE-9F01-379AADF95963}" destId="{84511A12-1567-EF45-898E-048ABEECC783}" srcOrd="7" destOrd="0" presId="urn:microsoft.com/office/officeart/2018/2/layout/IconVerticalSolidList"/>
    <dgm:cxn modelId="{2A1E4800-DBC0-4F73-A108-6F7F562F1B3B}" type="presParOf" srcId="{EE4D3E2E-7396-41EE-9F01-379AADF95963}" destId="{15096CEB-5E70-427A-978D-7B9A89474A22}" srcOrd="8" destOrd="0" presId="urn:microsoft.com/office/officeart/2018/2/layout/IconVerticalSolidList"/>
    <dgm:cxn modelId="{00F0A593-994A-4223-A89D-D95F9F984361}" type="presParOf" srcId="{15096CEB-5E70-427A-978D-7B9A89474A22}" destId="{1442684E-9798-4606-843C-716BF71C517E}" srcOrd="0" destOrd="0" presId="urn:microsoft.com/office/officeart/2018/2/layout/IconVerticalSolidList"/>
    <dgm:cxn modelId="{E9821780-87CA-45BF-8CF5-9BFF01A3074B}" type="presParOf" srcId="{15096CEB-5E70-427A-978D-7B9A89474A22}" destId="{CD3B180A-A5F9-4B6B-9998-CE7424BB5BAC}" srcOrd="1" destOrd="0" presId="urn:microsoft.com/office/officeart/2018/2/layout/IconVerticalSolidList"/>
    <dgm:cxn modelId="{3FA24FA3-6590-4B2C-A92D-040FAAA1D98A}" type="presParOf" srcId="{15096CEB-5E70-427A-978D-7B9A89474A22}" destId="{A4752792-F5B0-4499-9CC7-68A8DDC9CA5E}" srcOrd="2" destOrd="0" presId="urn:microsoft.com/office/officeart/2018/2/layout/IconVerticalSolidList"/>
    <dgm:cxn modelId="{4AF6DE8A-BAE3-49AE-B190-329CB992F74B}" type="presParOf" srcId="{15096CEB-5E70-427A-978D-7B9A89474A22}" destId="{00FB9174-9FF9-4132-BCEC-2AE17964ECAC}" srcOrd="3" destOrd="0" presId="urn:microsoft.com/office/officeart/2018/2/layout/IconVerticalSolidList"/>
    <dgm:cxn modelId="{ADE41C64-5FF8-4B8A-A2C0-AE9CBA4DE288}" type="presParOf" srcId="{EE4D3E2E-7396-41EE-9F01-379AADF95963}" destId="{F5D055DE-BFB3-46C5-B275-41DC836C3B52}" srcOrd="9" destOrd="0" presId="urn:microsoft.com/office/officeart/2018/2/layout/IconVerticalSolidList"/>
    <dgm:cxn modelId="{599CAF80-730F-4E23-BE3C-9E2898963226}" type="presParOf" srcId="{EE4D3E2E-7396-41EE-9F01-379AADF95963}" destId="{52590D7B-7485-4C50-9C52-9574F1F706B3}" srcOrd="10" destOrd="0" presId="urn:microsoft.com/office/officeart/2018/2/layout/IconVerticalSolidList"/>
    <dgm:cxn modelId="{69F9C4CF-7E4A-4B2D-BB99-EA04AE9049C8}" type="presParOf" srcId="{52590D7B-7485-4C50-9C52-9574F1F706B3}" destId="{AF6443C1-35AB-4516-B535-35952A3CF8FB}" srcOrd="0" destOrd="0" presId="urn:microsoft.com/office/officeart/2018/2/layout/IconVerticalSolidList"/>
    <dgm:cxn modelId="{CF1FE57E-0E89-4637-A35F-E18C70C59E94}" type="presParOf" srcId="{52590D7B-7485-4C50-9C52-9574F1F706B3}" destId="{1F3620D3-B1CB-4D2C-B19A-6B808A5DEAB6}" srcOrd="1" destOrd="0" presId="urn:microsoft.com/office/officeart/2018/2/layout/IconVerticalSolidList"/>
    <dgm:cxn modelId="{32934480-78B0-4181-9F92-04BAE11A2E91}" type="presParOf" srcId="{52590D7B-7485-4C50-9C52-9574F1F706B3}" destId="{351EF44F-E9FD-4830-BB2E-99F39B672733}" srcOrd="2" destOrd="0" presId="urn:microsoft.com/office/officeart/2018/2/layout/IconVerticalSolidList"/>
    <dgm:cxn modelId="{24DA51F9-6C7B-4D85-BB1F-03FAC8E8DE5B}" type="presParOf" srcId="{52590D7B-7485-4C50-9C52-9574F1F706B3}" destId="{D350E273-C5D8-4372-BC18-DF676845471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94D503-EBFE-4620-A7FA-07859EAE19B2}">
      <dsp:nvSpPr>
        <dsp:cNvPr id="0" name=""/>
        <dsp:cNvSpPr/>
      </dsp:nvSpPr>
      <dsp:spPr>
        <a:xfrm>
          <a:off x="0" y="1349"/>
          <a:ext cx="11430000" cy="575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4B3F1-7592-4E8F-B3AB-E97CCC56C5AE}">
      <dsp:nvSpPr>
        <dsp:cNvPr id="0" name=""/>
        <dsp:cNvSpPr/>
      </dsp:nvSpPr>
      <dsp:spPr>
        <a:xfrm>
          <a:off x="122794" y="41899"/>
          <a:ext cx="418815" cy="49414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989B56-6087-41E9-92F2-694260AC3F0D}">
      <dsp:nvSpPr>
        <dsp:cNvPr id="0" name=""/>
        <dsp:cNvSpPr/>
      </dsp:nvSpPr>
      <dsp:spPr>
        <a:xfrm>
          <a:off x="664404" y="1349"/>
          <a:ext cx="10765595" cy="575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80" tIns="60880" rIns="60880" bIns="60880" numCol="1" spcCol="1270" anchor="ctr" anchorCtr="0">
          <a:noAutofit/>
        </a:bodyPr>
        <a:lstStyle/>
        <a:p>
          <a:pPr marL="0" lvl="0" indent="0" algn="l" defTabSz="844550">
            <a:lnSpc>
              <a:spcPct val="100000"/>
            </a:lnSpc>
            <a:spcBef>
              <a:spcPct val="0"/>
            </a:spcBef>
            <a:spcAft>
              <a:spcPct val="35000"/>
            </a:spcAft>
            <a:buNone/>
          </a:pPr>
          <a:r>
            <a:rPr lang="en-US" sz="1900" b="1" kern="1200"/>
            <a:t>Problem Statement and Objective</a:t>
          </a:r>
          <a:endParaRPr lang="en-US" sz="1900" kern="1200"/>
        </a:p>
      </dsp:txBody>
      <dsp:txXfrm>
        <a:off x="664404" y="1349"/>
        <a:ext cx="10765595" cy="575241"/>
      </dsp:txXfrm>
    </dsp:sp>
    <dsp:sp modelId="{CF440FA9-37C9-4279-A926-36C5E4EE1C87}">
      <dsp:nvSpPr>
        <dsp:cNvPr id="0" name=""/>
        <dsp:cNvSpPr/>
      </dsp:nvSpPr>
      <dsp:spPr>
        <a:xfrm>
          <a:off x="0" y="732056"/>
          <a:ext cx="11430000" cy="575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B7BE6A-4AA9-4DB2-95B0-B2BB8D81DAAB}">
      <dsp:nvSpPr>
        <dsp:cNvPr id="0" name=""/>
        <dsp:cNvSpPr/>
      </dsp:nvSpPr>
      <dsp:spPr>
        <a:xfrm>
          <a:off x="160232" y="3798574"/>
          <a:ext cx="316382" cy="316382"/>
        </a:xfrm>
        <a:prstGeom prst="rect">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693F33-8377-4BC6-BB45-C9E156D2745D}">
      <dsp:nvSpPr>
        <dsp:cNvPr id="0" name=""/>
        <dsp:cNvSpPr/>
      </dsp:nvSpPr>
      <dsp:spPr>
        <a:xfrm>
          <a:off x="664404" y="720402"/>
          <a:ext cx="10765595" cy="575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80" tIns="60880" rIns="60880" bIns="60880" numCol="1" spcCol="1270" anchor="ctr" anchorCtr="0">
          <a:noAutofit/>
        </a:bodyPr>
        <a:lstStyle/>
        <a:p>
          <a:pPr marL="0" lvl="0" indent="0" algn="l" defTabSz="844550">
            <a:lnSpc>
              <a:spcPct val="100000"/>
            </a:lnSpc>
            <a:spcBef>
              <a:spcPct val="0"/>
            </a:spcBef>
            <a:spcAft>
              <a:spcPct val="35000"/>
            </a:spcAft>
            <a:buNone/>
          </a:pPr>
          <a:r>
            <a:rPr lang="en-GB" sz="1900" b="1" kern="1200"/>
            <a:t>Data Pre-processing &amp; Exploratory </a:t>
          </a:r>
          <a:r>
            <a:rPr lang="en-GB" sz="1900" b="1" kern="1200">
              <a:latin typeface="Arial" panose="020B0604020202020204"/>
            </a:rPr>
            <a:t>analysis</a:t>
          </a:r>
          <a:endParaRPr lang="en-US" sz="1900" kern="1200"/>
        </a:p>
      </dsp:txBody>
      <dsp:txXfrm>
        <a:off x="664404" y="720402"/>
        <a:ext cx="10765595" cy="575241"/>
      </dsp:txXfrm>
    </dsp:sp>
    <dsp:sp modelId="{12B88AD0-9980-4833-8215-5DDA82FE9F37}">
      <dsp:nvSpPr>
        <dsp:cNvPr id="0" name=""/>
        <dsp:cNvSpPr/>
      </dsp:nvSpPr>
      <dsp:spPr>
        <a:xfrm>
          <a:off x="0" y="1439454"/>
          <a:ext cx="11430000" cy="575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117CCA-0F67-4BA4-A6ED-82B35C42DCA8}">
      <dsp:nvSpPr>
        <dsp:cNvPr id="0" name=""/>
        <dsp:cNvSpPr/>
      </dsp:nvSpPr>
      <dsp:spPr>
        <a:xfrm>
          <a:off x="84407" y="1483512"/>
          <a:ext cx="495588" cy="487125"/>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A4A9EF-6A4A-4827-9242-78D109DD1C86}">
      <dsp:nvSpPr>
        <dsp:cNvPr id="0" name=""/>
        <dsp:cNvSpPr/>
      </dsp:nvSpPr>
      <dsp:spPr>
        <a:xfrm>
          <a:off x="664404" y="1439454"/>
          <a:ext cx="10765595" cy="575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80" tIns="60880" rIns="60880" bIns="60880" numCol="1" spcCol="1270" anchor="ctr" anchorCtr="0">
          <a:noAutofit/>
        </a:bodyPr>
        <a:lstStyle/>
        <a:p>
          <a:pPr marL="0" lvl="0" indent="0" algn="l" defTabSz="844550">
            <a:lnSpc>
              <a:spcPct val="100000"/>
            </a:lnSpc>
            <a:spcBef>
              <a:spcPct val="0"/>
            </a:spcBef>
            <a:spcAft>
              <a:spcPct val="35000"/>
            </a:spcAft>
            <a:buNone/>
          </a:pPr>
          <a:r>
            <a:rPr lang="en-US" sz="1900" b="1" kern="1200">
              <a:latin typeface="Arial" panose="020B0604020202020204"/>
            </a:rPr>
            <a:t>Algorithms, Analysis, and Implementations </a:t>
          </a:r>
          <a:endParaRPr lang="en-US" sz="1900" kern="1200"/>
        </a:p>
      </dsp:txBody>
      <dsp:txXfrm>
        <a:off x="664404" y="1439454"/>
        <a:ext cx="10765595" cy="575241"/>
      </dsp:txXfrm>
    </dsp:sp>
    <dsp:sp modelId="{17E40F14-8AC6-2141-A9D7-C41D93C4BEEF}">
      <dsp:nvSpPr>
        <dsp:cNvPr id="0" name=""/>
        <dsp:cNvSpPr/>
      </dsp:nvSpPr>
      <dsp:spPr>
        <a:xfrm>
          <a:off x="0" y="2158506"/>
          <a:ext cx="11430000" cy="575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88190B-F922-904F-B1BF-40C400C4F805}">
      <dsp:nvSpPr>
        <dsp:cNvPr id="0" name=""/>
        <dsp:cNvSpPr/>
      </dsp:nvSpPr>
      <dsp:spPr>
        <a:xfrm>
          <a:off x="84407" y="2192840"/>
          <a:ext cx="495588" cy="506573"/>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8A3D82-4020-4D48-BA79-D18A4D42F04D}">
      <dsp:nvSpPr>
        <dsp:cNvPr id="0" name=""/>
        <dsp:cNvSpPr/>
      </dsp:nvSpPr>
      <dsp:spPr>
        <a:xfrm>
          <a:off x="664404" y="2158506"/>
          <a:ext cx="10765595" cy="575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80" tIns="60880" rIns="60880" bIns="60880" numCol="1" spcCol="1270" anchor="ctr" anchorCtr="0">
          <a:noAutofit/>
        </a:bodyPr>
        <a:lstStyle/>
        <a:p>
          <a:pPr marL="0" lvl="0" indent="0" algn="l" defTabSz="844550">
            <a:lnSpc>
              <a:spcPct val="100000"/>
            </a:lnSpc>
            <a:spcBef>
              <a:spcPct val="0"/>
            </a:spcBef>
            <a:spcAft>
              <a:spcPct val="35000"/>
            </a:spcAft>
            <a:buNone/>
          </a:pPr>
          <a:r>
            <a:rPr lang="en-US" sz="1900" b="1" kern="1200"/>
            <a:t>Results and Evaluation</a:t>
          </a:r>
        </a:p>
      </dsp:txBody>
      <dsp:txXfrm>
        <a:off x="664404" y="2158506"/>
        <a:ext cx="10765595" cy="575241"/>
      </dsp:txXfrm>
    </dsp:sp>
    <dsp:sp modelId="{1442684E-9798-4606-843C-716BF71C517E}">
      <dsp:nvSpPr>
        <dsp:cNvPr id="0" name=""/>
        <dsp:cNvSpPr/>
      </dsp:nvSpPr>
      <dsp:spPr>
        <a:xfrm>
          <a:off x="0" y="2877558"/>
          <a:ext cx="11430000" cy="575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3B180A-A5F9-4B6B-9998-CE7424BB5BAC}">
      <dsp:nvSpPr>
        <dsp:cNvPr id="0" name=""/>
        <dsp:cNvSpPr/>
      </dsp:nvSpPr>
      <dsp:spPr>
        <a:xfrm>
          <a:off x="84409" y="2931200"/>
          <a:ext cx="495585" cy="467958"/>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FB9174-9FF9-4132-BCEC-2AE17964ECAC}">
      <dsp:nvSpPr>
        <dsp:cNvPr id="0" name=""/>
        <dsp:cNvSpPr/>
      </dsp:nvSpPr>
      <dsp:spPr>
        <a:xfrm>
          <a:off x="664404" y="2877558"/>
          <a:ext cx="10765595" cy="575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80" tIns="60880" rIns="60880" bIns="60880" numCol="1" spcCol="1270" anchor="ctr" anchorCtr="0">
          <a:noAutofit/>
        </a:bodyPr>
        <a:lstStyle/>
        <a:p>
          <a:pPr marL="0" lvl="0" indent="0" algn="l" defTabSz="844550">
            <a:lnSpc>
              <a:spcPct val="100000"/>
            </a:lnSpc>
            <a:spcBef>
              <a:spcPct val="0"/>
            </a:spcBef>
            <a:spcAft>
              <a:spcPct val="35000"/>
            </a:spcAft>
            <a:buNone/>
          </a:pPr>
          <a:r>
            <a:rPr lang="en-US" sz="1900" b="1" kern="1200"/>
            <a:t>Conclusions</a:t>
          </a:r>
          <a:r>
            <a:rPr lang="en-US" sz="1900" kern="1200">
              <a:latin typeface="Arial" panose="020B0604020202020204"/>
            </a:rPr>
            <a:t> </a:t>
          </a:r>
          <a:endParaRPr lang="en-US" sz="1900" kern="1200"/>
        </a:p>
      </dsp:txBody>
      <dsp:txXfrm>
        <a:off x="664404" y="2877558"/>
        <a:ext cx="10765595" cy="575241"/>
      </dsp:txXfrm>
    </dsp:sp>
    <dsp:sp modelId="{AF6443C1-35AB-4516-B535-35952A3CF8FB}">
      <dsp:nvSpPr>
        <dsp:cNvPr id="0" name=""/>
        <dsp:cNvSpPr/>
      </dsp:nvSpPr>
      <dsp:spPr>
        <a:xfrm>
          <a:off x="0" y="3596611"/>
          <a:ext cx="11430000" cy="5752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3620D3-B1CB-4D2C-B19A-6B808A5DEAB6}">
      <dsp:nvSpPr>
        <dsp:cNvPr id="0" name=""/>
        <dsp:cNvSpPr/>
      </dsp:nvSpPr>
      <dsp:spPr>
        <a:xfrm>
          <a:off x="85867" y="3673451"/>
          <a:ext cx="492668" cy="421561"/>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50E273-C5D8-4372-BC18-DF676845471B}">
      <dsp:nvSpPr>
        <dsp:cNvPr id="0" name=""/>
        <dsp:cNvSpPr/>
      </dsp:nvSpPr>
      <dsp:spPr>
        <a:xfrm>
          <a:off x="664404" y="3596611"/>
          <a:ext cx="10765595" cy="575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880" tIns="60880" rIns="60880" bIns="60880" numCol="1" spcCol="1270" anchor="ctr" anchorCtr="0">
          <a:noAutofit/>
        </a:bodyPr>
        <a:lstStyle/>
        <a:p>
          <a:pPr marL="0" lvl="0" indent="0" algn="l" defTabSz="844550">
            <a:lnSpc>
              <a:spcPct val="100000"/>
            </a:lnSpc>
            <a:spcBef>
              <a:spcPct val="0"/>
            </a:spcBef>
            <a:spcAft>
              <a:spcPct val="35000"/>
            </a:spcAft>
            <a:buNone/>
          </a:pPr>
          <a:r>
            <a:rPr lang="en-US" sz="1900" b="1" kern="1200">
              <a:latin typeface="Arial" panose="020B0604020202020204"/>
            </a:rPr>
            <a:t>Group Member Contributions</a:t>
          </a:r>
          <a:endParaRPr lang="en-US" sz="1900" kern="1200"/>
        </a:p>
      </dsp:txBody>
      <dsp:txXfrm>
        <a:off x="664404" y="3596611"/>
        <a:ext cx="10765595" cy="57524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794E0A-5A66-4F6D-9384-0F8B7C52F9A9}" type="datetimeFigureOut">
              <a:t>4/24/23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7D00F4-C83A-4550-9D90-CDF5EAF97244}" type="slidenum">
              <a:t>‹#›</a:t>
            </a:fld>
            <a:endParaRPr lang="en-US"/>
          </a:p>
        </p:txBody>
      </p:sp>
    </p:spTree>
    <p:extLst>
      <p:ext uri="{BB962C8B-B14F-4D97-AF65-F5344CB8AC3E}">
        <p14:creationId xmlns:p14="http://schemas.microsoft.com/office/powerpoint/2010/main" val="1002752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Thao</a:t>
            </a:r>
          </a:p>
        </p:txBody>
      </p:sp>
      <p:sp>
        <p:nvSpPr>
          <p:cNvPr id="4" name="Slide Number Placeholder 3"/>
          <p:cNvSpPr>
            <a:spLocks noGrp="1"/>
          </p:cNvSpPr>
          <p:nvPr>
            <p:ph type="sldNum" sz="quarter" idx="5"/>
          </p:nvPr>
        </p:nvSpPr>
        <p:spPr/>
        <p:txBody>
          <a:bodyPr/>
          <a:lstStyle/>
          <a:p>
            <a:fld id="{5CBF2095-61AE-492C-B535-5C0E1EF24B97}" type="slidenum">
              <a:rPr lang="en-US" smtClean="0"/>
              <a:t>1</a:t>
            </a:fld>
            <a:endParaRPr lang="en-US"/>
          </a:p>
        </p:txBody>
      </p:sp>
    </p:spTree>
    <p:extLst>
      <p:ext uri="{BB962C8B-B14F-4D97-AF65-F5344CB8AC3E}">
        <p14:creationId xmlns:p14="http://schemas.microsoft.com/office/powerpoint/2010/main" val="2320583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Charanya</a:t>
            </a:r>
          </a:p>
        </p:txBody>
      </p:sp>
      <p:sp>
        <p:nvSpPr>
          <p:cNvPr id="4" name="Slide Number Placeholder 3"/>
          <p:cNvSpPr>
            <a:spLocks noGrp="1"/>
          </p:cNvSpPr>
          <p:nvPr>
            <p:ph type="sldNum" sz="quarter" idx="5"/>
          </p:nvPr>
        </p:nvSpPr>
        <p:spPr/>
        <p:txBody>
          <a:bodyPr/>
          <a:lstStyle/>
          <a:p>
            <a:fld id="{5CBF2095-61AE-492C-B535-5C0E1EF24B97}" type="slidenum">
              <a:rPr lang="en-US" smtClean="0"/>
              <a:t>2</a:t>
            </a:fld>
            <a:endParaRPr lang="en-US"/>
          </a:p>
        </p:txBody>
      </p:sp>
    </p:spTree>
    <p:extLst>
      <p:ext uri="{BB962C8B-B14F-4D97-AF65-F5344CB8AC3E}">
        <p14:creationId xmlns:p14="http://schemas.microsoft.com/office/powerpoint/2010/main" val="2329181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a:solidFill>
                  <a:srgbClr val="D1D5DB"/>
                </a:solidFill>
                <a:effectLst/>
                <a:latin typeface="Söhne"/>
              </a:rPr>
              <a:t>To determine whether it is necessary to model time dependence and volatility of log returns, we can look at the properties of the data itself. If the data exhibits strong autocorrelation, seasonality, or cyclicality, then it is likely that modeling time dependence and volatility will be important. Additionally, if the data exhibits significant changes in volatility over time, then it may be necessary to model these changes explicitly in order to capture the full range of potential outcomes.</a:t>
            </a:r>
            <a:endParaRPr kumimoji="1" lang="zh-CN" altLang="en-US"/>
          </a:p>
        </p:txBody>
      </p:sp>
      <p:sp>
        <p:nvSpPr>
          <p:cNvPr id="4" name="灯片编号占位符 3"/>
          <p:cNvSpPr>
            <a:spLocks noGrp="1"/>
          </p:cNvSpPr>
          <p:nvPr>
            <p:ph type="sldNum" sz="quarter" idx="5"/>
          </p:nvPr>
        </p:nvSpPr>
        <p:spPr/>
        <p:txBody>
          <a:bodyPr/>
          <a:lstStyle/>
          <a:p>
            <a:fld id="{FA7D00F4-C83A-4550-9D90-CDF5EAF97244}" type="slidenum">
              <a:rPr lang="en-US" altLang="zh-CN" smtClean="0"/>
              <a:t>9</a:t>
            </a:fld>
            <a:endParaRPr lang="zh-CN" altLang="en-US"/>
          </a:p>
        </p:txBody>
      </p:sp>
    </p:spTree>
    <p:extLst>
      <p:ext uri="{BB962C8B-B14F-4D97-AF65-F5344CB8AC3E}">
        <p14:creationId xmlns:p14="http://schemas.microsoft.com/office/powerpoint/2010/main" val="1823931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a:solidFill>
                  <a:srgbClr val="D1D5DB"/>
                </a:solidFill>
                <a:effectLst/>
                <a:latin typeface="Söhne"/>
              </a:rPr>
              <a:t>To determine whether it is necessary to model time dependence and volatility of log returns, we can look at the properties of the data itself. If the data exhibits strong autocorrelation, seasonality, or cyclicality, then it is likely that modeling time dependence and volatility will be important. Additionally, if the data exhibits significant changes in volatility over time, then it may be necessary to model these changes explicitly in order to capture the full range of potential outcomes.</a:t>
            </a:r>
            <a:endParaRPr kumimoji="1" lang="zh-CN" altLang="en-US"/>
          </a:p>
          <a:p>
            <a:endParaRPr kumimoji="1" lang="zh-CN" altLang="en-US"/>
          </a:p>
        </p:txBody>
      </p:sp>
      <p:sp>
        <p:nvSpPr>
          <p:cNvPr id="4" name="灯片编号占位符 3"/>
          <p:cNvSpPr>
            <a:spLocks noGrp="1"/>
          </p:cNvSpPr>
          <p:nvPr>
            <p:ph type="sldNum" sz="quarter" idx="5"/>
          </p:nvPr>
        </p:nvSpPr>
        <p:spPr/>
        <p:txBody>
          <a:bodyPr/>
          <a:lstStyle/>
          <a:p>
            <a:fld id="{FA7D00F4-C83A-4550-9D90-CDF5EAF97244}" type="slidenum">
              <a:rPr lang="en-US" altLang="zh-CN" smtClean="0"/>
              <a:t>10</a:t>
            </a:fld>
            <a:endParaRPr lang="zh-CN" altLang="en-US"/>
          </a:p>
        </p:txBody>
      </p:sp>
    </p:spTree>
    <p:extLst>
      <p:ext uri="{BB962C8B-B14F-4D97-AF65-F5344CB8AC3E}">
        <p14:creationId xmlns:p14="http://schemas.microsoft.com/office/powerpoint/2010/main" val="3825241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FA7D00F4-C83A-4550-9D90-CDF5EAF97244}" type="slidenum">
              <a:rPr lang="en-US" altLang="zh-CN" smtClean="0"/>
              <a:t>14</a:t>
            </a:fld>
            <a:endParaRPr lang="zh-CN" altLang="en-US"/>
          </a:p>
        </p:txBody>
      </p:sp>
    </p:spTree>
    <p:extLst>
      <p:ext uri="{BB962C8B-B14F-4D97-AF65-F5344CB8AC3E}">
        <p14:creationId xmlns:p14="http://schemas.microsoft.com/office/powerpoint/2010/main" val="3411535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FA7D00F4-C83A-4550-9D90-CDF5EAF97244}" type="slidenum">
              <a:rPr lang="en-US" altLang="zh-CN" smtClean="0"/>
              <a:t>15</a:t>
            </a:fld>
            <a:endParaRPr lang="zh-CN" altLang="en-US"/>
          </a:p>
        </p:txBody>
      </p:sp>
    </p:spTree>
    <p:extLst>
      <p:ext uri="{BB962C8B-B14F-4D97-AF65-F5344CB8AC3E}">
        <p14:creationId xmlns:p14="http://schemas.microsoft.com/office/powerpoint/2010/main" val="1167757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FA7D00F4-C83A-4550-9D90-CDF5EAF97244}" type="slidenum">
              <a:rPr lang="en-US" altLang="zh-CN" smtClean="0"/>
              <a:t>22</a:t>
            </a:fld>
            <a:endParaRPr lang="zh-CN" altLang="en-US"/>
          </a:p>
        </p:txBody>
      </p:sp>
    </p:spTree>
    <p:extLst>
      <p:ext uri="{BB962C8B-B14F-4D97-AF65-F5344CB8AC3E}">
        <p14:creationId xmlns:p14="http://schemas.microsoft.com/office/powerpoint/2010/main" val="3764641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FA7D00F4-C83A-4550-9D90-CDF5EAF97244}" type="slidenum">
              <a:rPr lang="en-US" altLang="zh-CN" smtClean="0"/>
              <a:t>23</a:t>
            </a:fld>
            <a:endParaRPr lang="zh-CN" altLang="en-US"/>
          </a:p>
        </p:txBody>
      </p:sp>
    </p:spTree>
    <p:extLst>
      <p:ext uri="{BB962C8B-B14F-4D97-AF65-F5344CB8AC3E}">
        <p14:creationId xmlns:p14="http://schemas.microsoft.com/office/powerpoint/2010/main" val="28754349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Picture 27" descr="A picture containing game, holding, table, person&#10;&#10;Description automatically generated">
            <a:extLst>
              <a:ext uri="{FF2B5EF4-FFF2-40B4-BE49-F238E27FC236}">
                <a16:creationId xmlns:a16="http://schemas.microsoft.com/office/drawing/2014/main" id="{C5D04B7C-1121-AF4E-B28A-2377894B663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403122" y="731583"/>
            <a:ext cx="9144000" cy="2387600"/>
          </a:xfrm>
        </p:spPr>
        <p:txBody>
          <a:bodyPr lIns="0" tIns="0" rIns="0" bIns="0" anchor="b">
            <a:noAutofit/>
          </a:bodyPr>
          <a:lstStyle>
            <a:lvl1pPr algn="l">
              <a:lnSpc>
                <a:spcPct val="80000"/>
              </a:lnSpc>
              <a:defRPr sz="6400" b="1" i="0">
                <a:solidFill>
                  <a:schemeClr val="bg1"/>
                </a:solidFill>
                <a:latin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403122" y="3244341"/>
            <a:ext cx="9144000" cy="339517"/>
          </a:xfrm>
        </p:spPr>
        <p:txBody>
          <a:bodyPr lIns="0" tIns="0" rIns="0" bIns="0">
            <a:noAutofit/>
          </a:bodyPr>
          <a:lstStyle>
            <a:lvl1pPr marL="0" indent="0" algn="l">
              <a:buNone/>
              <a:defRPr sz="1800" b="1" i="0">
                <a:solidFill>
                  <a:schemeClr val="bg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7550960"/>
            <a:ext cx="2743200" cy="365125"/>
          </a:xfrm>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a:xfrm>
            <a:off x="4038600" y="7550960"/>
            <a:ext cx="4114800" cy="365125"/>
          </a:xfrm>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a:xfrm>
            <a:off x="8610600" y="7550960"/>
            <a:ext cx="2743200" cy="365125"/>
          </a:xfrm>
        </p:spPr>
        <p:txBody>
          <a:bodyPr/>
          <a:lstStyle/>
          <a:p>
            <a:fld id="{FB12CDF8-32CE-4E9C-B71D-397F5A61EE24}" type="slidenum">
              <a:rPr lang="en-US" smtClean="0"/>
              <a:t>‹#›</a:t>
            </a:fld>
            <a:endParaRPr lang="en-US"/>
          </a:p>
        </p:txBody>
      </p:sp>
      <p:sp>
        <p:nvSpPr>
          <p:cNvPr id="9" name="Text Placeholder 8"/>
          <p:cNvSpPr>
            <a:spLocks noGrp="1"/>
          </p:cNvSpPr>
          <p:nvPr>
            <p:ph type="body" sz="quarter" idx="13"/>
          </p:nvPr>
        </p:nvSpPr>
        <p:spPr>
          <a:xfrm>
            <a:off x="403122" y="4247375"/>
            <a:ext cx="6153150" cy="309877"/>
          </a:xfrm>
        </p:spPr>
        <p:txBody>
          <a:bodyPr lIns="0" tIns="0" rIns="0" bIns="0">
            <a:noAutofit/>
          </a:bodyPr>
          <a:lstStyle>
            <a:lvl1pPr marL="0" indent="0">
              <a:buNone/>
              <a:defRPr sz="1800" b="1" i="0">
                <a:solidFill>
                  <a:schemeClr val="bg1"/>
                </a:solidFill>
                <a:latin typeface="Arial" panose="020B0604020202020204" pitchFamily="34" charset="0"/>
              </a:defRPr>
            </a:lvl1pPr>
            <a:lvl2pPr>
              <a:defRPr b="0" i="0">
                <a:latin typeface="Arial" panose="020B0604020202020204" pitchFamily="34" charset="0"/>
              </a:defRPr>
            </a:lvl2pPr>
          </a:lstStyle>
          <a:p>
            <a:pPr lvl="0"/>
            <a:r>
              <a:rPr lang="en-US"/>
              <a:t>Click to edit Master text styles</a:t>
            </a:r>
          </a:p>
          <a:p>
            <a:pPr lvl="1"/>
            <a:r>
              <a:rPr lang="en-US"/>
              <a:t>Second level</a:t>
            </a:r>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invGray">
          <a:xfrm>
            <a:off x="10790000" y="6397249"/>
            <a:ext cx="924976" cy="176844"/>
          </a:xfrm>
          <a:prstGeom prst="rect">
            <a:avLst/>
          </a:prstGeom>
        </p:spPr>
      </p:pic>
      <p:pic>
        <p:nvPicPr>
          <p:cNvPr id="16" name="Picture 15" descr="Logo&#10;&#10;Description automatically generated">
            <a:extLst>
              <a:ext uri="{FF2B5EF4-FFF2-40B4-BE49-F238E27FC236}">
                <a16:creationId xmlns:a16="http://schemas.microsoft.com/office/drawing/2014/main" id="{2D8DBB96-57CC-8742-BEF5-E27706DE288D}"/>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394488" y="6158705"/>
            <a:ext cx="1283792" cy="457982"/>
          </a:xfrm>
          <a:prstGeom prst="rect">
            <a:avLst/>
          </a:prstGeom>
        </p:spPr>
      </p:pic>
    </p:spTree>
    <p:extLst>
      <p:ext uri="{BB962C8B-B14F-4D97-AF65-F5344CB8AC3E}">
        <p14:creationId xmlns:p14="http://schemas.microsoft.com/office/powerpoint/2010/main" val="75575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03122" y="731583"/>
            <a:ext cx="9144000" cy="2387600"/>
          </a:xfrm>
        </p:spPr>
        <p:txBody>
          <a:bodyPr lIns="0" tIns="0" rIns="0" bIns="0" anchor="b">
            <a:noAutofit/>
          </a:bodyPr>
          <a:lstStyle>
            <a:lvl1pPr algn="l">
              <a:lnSpc>
                <a:spcPct val="80000"/>
              </a:lnSpc>
              <a:defRPr sz="6400" b="1" i="0">
                <a:solidFill>
                  <a:schemeClr val="bg1"/>
                </a:solidFill>
                <a:latin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403122" y="3244341"/>
            <a:ext cx="9144000" cy="339517"/>
          </a:xfrm>
        </p:spPr>
        <p:txBody>
          <a:bodyPr lIns="0" tIns="0" rIns="0" bIns="0">
            <a:noAutofit/>
          </a:bodyPr>
          <a:lstStyle>
            <a:lvl1pPr marL="0" indent="0" algn="l">
              <a:buNone/>
              <a:defRPr sz="1800" b="1" i="0">
                <a:solidFill>
                  <a:schemeClr val="bg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7550960"/>
            <a:ext cx="2743200" cy="365125"/>
          </a:xfrm>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a:xfrm>
            <a:off x="4038600" y="7550960"/>
            <a:ext cx="4114800" cy="365125"/>
          </a:xfrm>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a:xfrm>
            <a:off x="8610600" y="7550960"/>
            <a:ext cx="2743200" cy="365125"/>
          </a:xfrm>
        </p:spPr>
        <p:txBody>
          <a:bodyPr/>
          <a:lstStyle/>
          <a:p>
            <a:fld id="{FB12CDF8-32CE-4E9C-B71D-397F5A61EE24}" type="slidenum">
              <a:rPr lang="en-US" smtClean="0"/>
              <a:t>‹#›</a:t>
            </a:fld>
            <a:endParaRPr lang="en-US"/>
          </a:p>
        </p:txBody>
      </p:sp>
      <p:sp>
        <p:nvSpPr>
          <p:cNvPr id="9" name="Text Placeholder 8"/>
          <p:cNvSpPr>
            <a:spLocks noGrp="1"/>
          </p:cNvSpPr>
          <p:nvPr>
            <p:ph type="body" sz="quarter" idx="13"/>
          </p:nvPr>
        </p:nvSpPr>
        <p:spPr>
          <a:xfrm>
            <a:off x="403122" y="4247375"/>
            <a:ext cx="6153150" cy="309877"/>
          </a:xfrm>
        </p:spPr>
        <p:txBody>
          <a:bodyPr lIns="0" tIns="0" rIns="0" bIns="0">
            <a:noAutofit/>
          </a:bodyPr>
          <a:lstStyle>
            <a:lvl1pPr marL="0" indent="0">
              <a:buNone/>
              <a:defRPr sz="1800" b="1" i="0">
                <a:solidFill>
                  <a:schemeClr val="bg1"/>
                </a:solidFill>
                <a:latin typeface="Arial" panose="020B0604020202020204" pitchFamily="34" charset="0"/>
              </a:defRPr>
            </a:lvl1pPr>
            <a:lvl2pPr>
              <a:defRPr b="0" i="0">
                <a:latin typeface="Arial" panose="020B0604020202020204" pitchFamily="34" charset="0"/>
              </a:defRPr>
            </a:lvl2pPr>
          </a:lstStyle>
          <a:p>
            <a:pPr lvl="0"/>
            <a:r>
              <a:rPr lang="en-US"/>
              <a:t>Click to edit Master text styles</a:t>
            </a:r>
          </a:p>
          <a:p>
            <a:pPr lvl="1"/>
            <a:r>
              <a:rPr lang="en-US"/>
              <a:t>Second level</a:t>
            </a: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invGray">
          <a:xfrm>
            <a:off x="10790000" y="6397249"/>
            <a:ext cx="924976" cy="176844"/>
          </a:xfrm>
          <a:prstGeom prst="rect">
            <a:avLst/>
          </a:prstGeom>
        </p:spPr>
      </p:pic>
      <p:pic>
        <p:nvPicPr>
          <p:cNvPr id="16" name="Picture 15" descr="Logo&#10;&#10;Description automatically generated">
            <a:extLst>
              <a:ext uri="{FF2B5EF4-FFF2-40B4-BE49-F238E27FC236}">
                <a16:creationId xmlns:a16="http://schemas.microsoft.com/office/drawing/2014/main" id="{2D8DBB96-57CC-8742-BEF5-E27706DE288D}"/>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94488" y="6158705"/>
            <a:ext cx="1283792" cy="457982"/>
          </a:xfrm>
          <a:prstGeom prst="rect">
            <a:avLst/>
          </a:prstGeom>
        </p:spPr>
      </p:pic>
    </p:spTree>
    <p:extLst>
      <p:ext uri="{BB962C8B-B14F-4D97-AF65-F5344CB8AC3E}">
        <p14:creationId xmlns:p14="http://schemas.microsoft.com/office/powerpoint/2010/main" val="984307590"/>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Picture 28" descr="A picture containing game&#10;&#10;Description automatically generated">
            <a:extLst>
              <a:ext uri="{FF2B5EF4-FFF2-40B4-BE49-F238E27FC236}">
                <a16:creationId xmlns:a16="http://schemas.microsoft.com/office/drawing/2014/main" id="{C69EA131-A6CC-E343-B127-8FD1A443DE4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403122" y="731583"/>
            <a:ext cx="9144000" cy="2387600"/>
          </a:xfrm>
        </p:spPr>
        <p:txBody>
          <a:bodyPr lIns="0" tIns="0" rIns="0" bIns="0" anchor="b">
            <a:noAutofit/>
          </a:bodyPr>
          <a:lstStyle>
            <a:lvl1pPr algn="l">
              <a:lnSpc>
                <a:spcPct val="80000"/>
              </a:lnSpc>
              <a:defRPr sz="6400" b="1" i="0">
                <a:solidFill>
                  <a:schemeClr val="tx2"/>
                </a:solidFill>
                <a:latin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403122" y="3244341"/>
            <a:ext cx="9144000" cy="339517"/>
          </a:xfrm>
        </p:spPr>
        <p:txBody>
          <a:bodyPr lIns="0" tIns="0" rIns="0" bIns="0">
            <a:noAutofit/>
          </a:bodyPr>
          <a:lstStyle>
            <a:lvl1pPr marL="0" indent="0" algn="l">
              <a:buNone/>
              <a:defRPr sz="1800" b="1" i="0">
                <a:solidFill>
                  <a:schemeClr val="tx2"/>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7550960"/>
            <a:ext cx="2743200" cy="365125"/>
          </a:xfrm>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a:xfrm>
            <a:off x="4038600" y="7550960"/>
            <a:ext cx="4114800" cy="365125"/>
          </a:xfrm>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a:xfrm>
            <a:off x="8610600" y="7550960"/>
            <a:ext cx="2743200" cy="365125"/>
          </a:xfrm>
        </p:spPr>
        <p:txBody>
          <a:bodyPr/>
          <a:lstStyle/>
          <a:p>
            <a:fld id="{FB12CDF8-32CE-4E9C-B71D-397F5A61EE24}" type="slidenum">
              <a:rPr lang="en-US" smtClean="0"/>
              <a:t>‹#›</a:t>
            </a:fld>
            <a:endParaRPr lang="en-US"/>
          </a:p>
        </p:txBody>
      </p:sp>
      <p:sp>
        <p:nvSpPr>
          <p:cNvPr id="9" name="Text Placeholder 8"/>
          <p:cNvSpPr>
            <a:spLocks noGrp="1"/>
          </p:cNvSpPr>
          <p:nvPr>
            <p:ph type="body" sz="quarter" idx="13"/>
          </p:nvPr>
        </p:nvSpPr>
        <p:spPr>
          <a:xfrm>
            <a:off x="403122" y="4247375"/>
            <a:ext cx="6153150" cy="309877"/>
          </a:xfrm>
        </p:spPr>
        <p:txBody>
          <a:bodyPr lIns="0" tIns="0" rIns="0" bIns="0">
            <a:noAutofit/>
          </a:bodyPr>
          <a:lstStyle>
            <a:lvl1pPr marL="0" indent="0">
              <a:buNone/>
              <a:defRPr sz="1800" b="1" i="0">
                <a:solidFill>
                  <a:schemeClr val="tx2"/>
                </a:solidFill>
                <a:latin typeface="Arial" panose="020B0604020202020204" pitchFamily="34" charset="0"/>
              </a:defRPr>
            </a:lvl1pPr>
            <a:lvl2pPr>
              <a:defRPr b="0" i="0">
                <a:solidFill>
                  <a:schemeClr val="tx2"/>
                </a:solidFill>
                <a:latin typeface="Arial" panose="020B0604020202020204" pitchFamily="34" charset="0"/>
              </a:defRPr>
            </a:lvl2pPr>
          </a:lstStyle>
          <a:p>
            <a:pPr lvl="0"/>
            <a:r>
              <a:rPr lang="en-US"/>
              <a:t>Click to edit Master text styles</a:t>
            </a:r>
          </a:p>
          <a:p>
            <a:pPr lvl="1"/>
            <a:r>
              <a:rPr lang="en-US"/>
              <a:t>Second level</a:t>
            </a:r>
          </a:p>
        </p:txBody>
      </p:sp>
      <p:pic>
        <p:nvPicPr>
          <p:cNvPr id="16" name="Picture 1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89920" y="6400800"/>
            <a:ext cx="923544" cy="176136"/>
          </a:xfrm>
          <a:prstGeom prst="rect">
            <a:avLst/>
          </a:prstGeom>
        </p:spPr>
      </p:pic>
      <p:pic>
        <p:nvPicPr>
          <p:cNvPr id="19" name="Picture 18">
            <a:extLst>
              <a:ext uri="{FF2B5EF4-FFF2-40B4-BE49-F238E27FC236}">
                <a16:creationId xmlns:a16="http://schemas.microsoft.com/office/drawing/2014/main" id="{86184FA1-1953-D941-9B4F-9B98A426E60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94488" y="6155667"/>
            <a:ext cx="1274827" cy="456927"/>
          </a:xfrm>
          <a:prstGeom prst="rect">
            <a:avLst/>
          </a:prstGeom>
        </p:spPr>
      </p:pic>
    </p:spTree>
    <p:extLst>
      <p:ext uri="{BB962C8B-B14F-4D97-AF65-F5344CB8AC3E}">
        <p14:creationId xmlns:p14="http://schemas.microsoft.com/office/powerpoint/2010/main" val="247383088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hoto">
    <p:bg>
      <p:bgPr>
        <a:solidFill>
          <a:srgbClr val="EDEEEF"/>
        </a:solidFill>
        <a:effectLst/>
      </p:bgPr>
    </p:bg>
    <p:spTree>
      <p:nvGrpSpPr>
        <p:cNvPr id="1" name=""/>
        <p:cNvGrpSpPr/>
        <p:nvPr/>
      </p:nvGrpSpPr>
      <p:grpSpPr>
        <a:xfrm>
          <a:off x="0" y="0"/>
          <a:ext cx="0" cy="0"/>
          <a:chOff x="0" y="0"/>
          <a:chExt cx="0" cy="0"/>
        </a:xfrm>
      </p:grpSpPr>
      <p:sp>
        <p:nvSpPr>
          <p:cNvPr id="13" name="Picture Placeholder 12"/>
          <p:cNvSpPr>
            <a:spLocks noGrp="1"/>
          </p:cNvSpPr>
          <p:nvPr>
            <p:ph type="pic" sz="quarter" idx="14"/>
          </p:nvPr>
        </p:nvSpPr>
        <p:spPr>
          <a:xfrm>
            <a:off x="8139634" y="643095"/>
            <a:ext cx="4454013" cy="4548384"/>
          </a:xfrm>
          <a:prstGeom prst="ellipse">
            <a:avLst/>
          </a:prstGeom>
          <a:solidFill>
            <a:schemeClr val="bg1">
              <a:lumMod val="85000"/>
            </a:schemeClr>
          </a:solidFill>
        </p:spPr>
        <p:txBody>
          <a:bodyPr/>
          <a:lstStyle>
            <a:lvl1pPr>
              <a:defRPr b="1" i="0">
                <a:latin typeface="Arial" panose="020B0604020202020204" pitchFamily="34" charset="0"/>
              </a:defRPr>
            </a:lvl1pPr>
          </a:lstStyle>
          <a:p>
            <a:r>
              <a:rPr lang="en-US"/>
              <a:t>Click icon to add picture</a:t>
            </a:r>
          </a:p>
        </p:txBody>
      </p:sp>
      <p:sp>
        <p:nvSpPr>
          <p:cNvPr id="2" name="Title 1"/>
          <p:cNvSpPr>
            <a:spLocks noGrp="1"/>
          </p:cNvSpPr>
          <p:nvPr>
            <p:ph type="ctrTitle"/>
          </p:nvPr>
        </p:nvSpPr>
        <p:spPr>
          <a:xfrm>
            <a:off x="403122" y="731583"/>
            <a:ext cx="7736512" cy="2387600"/>
          </a:xfrm>
        </p:spPr>
        <p:txBody>
          <a:bodyPr lIns="0" tIns="0" rIns="0" bIns="0" anchor="b">
            <a:noAutofit/>
          </a:bodyPr>
          <a:lstStyle>
            <a:lvl1pPr algn="l">
              <a:lnSpc>
                <a:spcPct val="80000"/>
              </a:lnSpc>
              <a:defRPr sz="6400" b="1" i="0">
                <a:solidFill>
                  <a:schemeClr val="tx2"/>
                </a:solidFill>
                <a:latin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403122" y="3244341"/>
            <a:ext cx="7750278" cy="339517"/>
          </a:xfrm>
        </p:spPr>
        <p:txBody>
          <a:bodyPr lIns="0" tIns="0" rIns="0" bIns="0">
            <a:noAutofit/>
          </a:bodyPr>
          <a:lstStyle>
            <a:lvl1pPr marL="0" indent="0" algn="l">
              <a:buNone/>
              <a:defRPr sz="1800" b="1" i="0">
                <a:solidFill>
                  <a:schemeClr val="tx2"/>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7550960"/>
            <a:ext cx="2743200" cy="365125"/>
          </a:xfrm>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a:xfrm>
            <a:off x="4038600" y="7550960"/>
            <a:ext cx="4114800" cy="365125"/>
          </a:xfrm>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a:xfrm>
            <a:off x="8610600" y="7550960"/>
            <a:ext cx="2743200" cy="365125"/>
          </a:xfrm>
        </p:spPr>
        <p:txBody>
          <a:bodyPr/>
          <a:lstStyle/>
          <a:p>
            <a:fld id="{FB12CDF8-32CE-4E9C-B71D-397F5A61EE24}" type="slidenum">
              <a:rPr lang="en-US" smtClean="0"/>
              <a:t>‹#›</a:t>
            </a:fld>
            <a:endParaRPr lang="en-US"/>
          </a:p>
        </p:txBody>
      </p:sp>
      <p:sp>
        <p:nvSpPr>
          <p:cNvPr id="9" name="Text Placeholder 8"/>
          <p:cNvSpPr>
            <a:spLocks noGrp="1"/>
          </p:cNvSpPr>
          <p:nvPr>
            <p:ph type="body" sz="quarter" idx="13"/>
          </p:nvPr>
        </p:nvSpPr>
        <p:spPr>
          <a:xfrm>
            <a:off x="403122" y="4247375"/>
            <a:ext cx="6153150" cy="309877"/>
          </a:xfrm>
        </p:spPr>
        <p:txBody>
          <a:bodyPr lIns="0" tIns="0" rIns="0" bIns="0">
            <a:noAutofit/>
          </a:bodyPr>
          <a:lstStyle>
            <a:lvl1pPr marL="0" indent="0">
              <a:buNone/>
              <a:defRPr sz="1800" b="1" i="0">
                <a:solidFill>
                  <a:schemeClr val="tx2"/>
                </a:solidFill>
                <a:latin typeface="Arial" panose="020B0604020202020204" pitchFamily="34" charset="0"/>
              </a:defRPr>
            </a:lvl1pPr>
            <a:lvl2pPr>
              <a:defRPr>
                <a:solidFill>
                  <a:schemeClr val="tx2"/>
                </a:solidFill>
              </a:defRPr>
            </a:lvl2pPr>
          </a:lstStyle>
          <a:p>
            <a:pPr lvl="0"/>
            <a:r>
              <a:rPr lang="en-US"/>
              <a:t>Click to edit Master text styles</a:t>
            </a:r>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89920" y="6400800"/>
            <a:ext cx="923544" cy="176136"/>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4488" y="6155667"/>
            <a:ext cx="1274827" cy="456927"/>
          </a:xfrm>
          <a:prstGeom prst="rect">
            <a:avLst/>
          </a:prstGeom>
        </p:spPr>
      </p:pic>
    </p:spTree>
    <p:extLst>
      <p:ext uri="{BB962C8B-B14F-4D97-AF65-F5344CB8AC3E}">
        <p14:creationId xmlns:p14="http://schemas.microsoft.com/office/powerpoint/2010/main" val="6227219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descr="A picture containing meter, clock&#10;&#10;Description automatically generated">
            <a:extLst>
              <a:ext uri="{FF2B5EF4-FFF2-40B4-BE49-F238E27FC236}">
                <a16:creationId xmlns:a16="http://schemas.microsoft.com/office/drawing/2014/main" id="{448C57E6-C381-6349-A77B-6D4E883C582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lvl1pPr>
              <a:defRPr b="1" i="0">
                <a:latin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381000" y="1788326"/>
            <a:ext cx="11430000" cy="4173203"/>
          </a:xfrm>
        </p:spPr>
        <p:txBody>
          <a:bodyPr/>
          <a:lstStyle>
            <a:lvl1pPr>
              <a:lnSpc>
                <a:spcPct val="100000"/>
              </a:lnSpc>
              <a:defRPr b="1" i="0">
                <a:solidFill>
                  <a:schemeClr val="accent2"/>
                </a:solidFill>
                <a:latin typeface="Arial" panose="020B0604020202020204" pitchFamily="34" charset="0"/>
              </a:defRPr>
            </a:lvl1pPr>
            <a:lvl2pPr>
              <a:lnSpc>
                <a:spcPct val="100000"/>
              </a:lnSpc>
              <a:defRPr b="0" i="0">
                <a:latin typeface="Arial" panose="020B0604020202020204" pitchFamily="34" charset="0"/>
              </a:defRPr>
            </a:lvl2pPr>
            <a:lvl3pPr>
              <a:lnSpc>
                <a:spcPct val="100000"/>
              </a:lnSpc>
              <a:defRPr b="0" i="0">
                <a:latin typeface="Arial" panose="020B0604020202020204" pitchFamily="34" charset="0"/>
              </a:defRPr>
            </a:lvl3pPr>
            <a:lvl4pPr>
              <a:lnSpc>
                <a:spcPct val="100000"/>
              </a:lnSpc>
              <a:defRPr b="0" i="1">
                <a:latin typeface="Arial" panose="020B0604020202020204" pitchFamily="34" charset="0"/>
              </a:defRPr>
            </a:lvl4pPr>
            <a:lvl5pPr>
              <a:lnSpc>
                <a:spcPct val="100000"/>
              </a:lnSpc>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p:txBody>
          <a:bodyPr/>
          <a:lstStyle/>
          <a:p>
            <a:fld id="{FB12CDF8-32CE-4E9C-B71D-397F5A61EE24}" type="slidenum">
              <a:rPr lang="en-US" smtClean="0"/>
              <a:t>‹#›</a:t>
            </a:fld>
            <a:endParaRPr lang="en-US"/>
          </a:p>
        </p:txBody>
      </p:sp>
    </p:spTree>
    <p:extLst>
      <p:ext uri="{BB962C8B-B14F-4D97-AF65-F5344CB8AC3E}">
        <p14:creationId xmlns:p14="http://schemas.microsoft.com/office/powerpoint/2010/main" val="1578944465"/>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No Bullets">
    <p:spTree>
      <p:nvGrpSpPr>
        <p:cNvPr id="1" name=""/>
        <p:cNvGrpSpPr/>
        <p:nvPr/>
      </p:nvGrpSpPr>
      <p:grpSpPr>
        <a:xfrm>
          <a:off x="0" y="0"/>
          <a:ext cx="0" cy="0"/>
          <a:chOff x="0" y="0"/>
          <a:chExt cx="0" cy="0"/>
        </a:xfrm>
      </p:grpSpPr>
      <p:pic>
        <p:nvPicPr>
          <p:cNvPr id="7" name="Picture 6" descr="A picture containing meter, clock&#10;&#10;Description automatically generated">
            <a:extLst>
              <a:ext uri="{FF2B5EF4-FFF2-40B4-BE49-F238E27FC236}">
                <a16:creationId xmlns:a16="http://schemas.microsoft.com/office/drawing/2014/main" id="{CB84C70E-6892-7446-9357-17561BC34FC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lvl1pPr>
              <a:defRPr b="1" i="0">
                <a:latin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381000" y="1788326"/>
            <a:ext cx="8655424" cy="4173203"/>
          </a:xfrm>
        </p:spPr>
        <p:txBody>
          <a:bodyPr/>
          <a:lstStyle>
            <a:lvl1pPr>
              <a:lnSpc>
                <a:spcPct val="100000"/>
              </a:lnSpc>
              <a:defRPr b="1" i="0">
                <a:solidFill>
                  <a:schemeClr val="accent2"/>
                </a:solidFill>
                <a:latin typeface="Arial" panose="020B0604020202020204" pitchFamily="34" charset="0"/>
              </a:defRPr>
            </a:lvl1pPr>
            <a:lvl2pPr marL="0" indent="0">
              <a:lnSpc>
                <a:spcPct val="100000"/>
              </a:lnSpc>
              <a:spcBef>
                <a:spcPts val="1200"/>
              </a:spcBef>
              <a:buNone/>
              <a:defRPr sz="1600" b="1" i="0">
                <a:solidFill>
                  <a:schemeClr val="tx2"/>
                </a:solidFill>
                <a:latin typeface="Arial" panose="020B0604020202020204" pitchFamily="34" charset="0"/>
              </a:defRPr>
            </a:lvl2pPr>
            <a:lvl3pPr marL="457200" indent="0">
              <a:lnSpc>
                <a:spcPct val="100000"/>
              </a:lnSpc>
              <a:buNone/>
              <a:defRPr b="0" i="0">
                <a:latin typeface="Arial" panose="020B0604020202020204" pitchFamily="34" charset="0"/>
              </a:defRPr>
            </a:lvl3pPr>
            <a:lvl4pPr marL="914400" indent="0">
              <a:lnSpc>
                <a:spcPct val="100000"/>
              </a:lnSpc>
              <a:buNone/>
              <a:defRPr b="0" i="1">
                <a:latin typeface="Arial" panose="020B0604020202020204" pitchFamily="34" charset="0"/>
              </a:defRPr>
            </a:lvl4pPr>
            <a:lvl5pPr marL="1371600" indent="0">
              <a:lnSpc>
                <a:spcPct val="100000"/>
              </a:lnSpc>
              <a:buNone/>
              <a:defRPr b="0" i="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p:txBody>
          <a:bodyPr/>
          <a:lstStyle/>
          <a:p>
            <a:fld id="{FB12CDF8-32CE-4E9C-B71D-397F5A61EE24}" type="slidenum">
              <a:rPr lang="en-US" smtClean="0"/>
              <a:t>‹#›</a:t>
            </a:fld>
            <a:endParaRPr lang="en-US"/>
          </a:p>
        </p:txBody>
      </p:sp>
    </p:spTree>
    <p:extLst>
      <p:ext uri="{BB962C8B-B14F-4D97-AF65-F5344CB8AC3E}">
        <p14:creationId xmlns:p14="http://schemas.microsoft.com/office/powerpoint/2010/main" val="350876698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close up of a device&#10;&#10;Description automatically generated">
            <a:extLst>
              <a:ext uri="{FF2B5EF4-FFF2-40B4-BE49-F238E27FC236}">
                <a16:creationId xmlns:a16="http://schemas.microsoft.com/office/drawing/2014/main" id="{BD6484DF-8473-784A-9E03-1B89F130081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589993" y="-304800"/>
            <a:ext cx="13275733" cy="7467600"/>
          </a:xfrm>
          <a:prstGeom prst="rect">
            <a:avLst/>
          </a:prstGeom>
        </p:spPr>
      </p:pic>
      <p:sp>
        <p:nvSpPr>
          <p:cNvPr id="2" name="Title 1"/>
          <p:cNvSpPr>
            <a:spLocks noGrp="1"/>
          </p:cNvSpPr>
          <p:nvPr>
            <p:ph type="title"/>
          </p:nvPr>
        </p:nvSpPr>
        <p:spPr>
          <a:xfrm>
            <a:off x="3985256" y="1412131"/>
            <a:ext cx="4156364" cy="2954655"/>
          </a:xfrm>
        </p:spPr>
        <p:txBody>
          <a:bodyPr anchor="ctr" anchorCtr="0"/>
          <a:lstStyle>
            <a:lvl1pPr algn="ctr">
              <a:lnSpc>
                <a:spcPct val="75000"/>
              </a:lnSpc>
              <a:defRPr sz="6400" b="1" i="0">
                <a:solidFill>
                  <a:schemeClr val="bg1"/>
                </a:solidFill>
                <a:latin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4493252" y="4507343"/>
            <a:ext cx="3297383" cy="795334"/>
          </a:xfrm>
        </p:spPr>
        <p:txBody>
          <a:bodyPr/>
          <a:lstStyle>
            <a:lvl1pPr marL="0" indent="0" algn="ctr">
              <a:buNone/>
              <a:defRPr sz="1800" b="1" i="0">
                <a:solidFill>
                  <a:schemeClr val="bg1"/>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p:txBody>
          <a:bodyPr/>
          <a:lstStyle/>
          <a:p>
            <a:fld id="{FB12CDF8-32CE-4E9C-B71D-397F5A61EE24}" type="slidenum">
              <a:rPr lang="en-US" smtClean="0"/>
              <a:t>‹#›</a:t>
            </a:fld>
            <a:endParaRPr lang="en-US"/>
          </a:p>
        </p:txBody>
      </p:sp>
    </p:spTree>
    <p:extLst>
      <p:ext uri="{BB962C8B-B14F-4D97-AF65-F5344CB8AC3E}">
        <p14:creationId xmlns:p14="http://schemas.microsoft.com/office/powerpoint/2010/main" val="309445402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descr="A close up of a device&#10;&#10;Description automatically generated">
            <a:extLst>
              <a:ext uri="{FF2B5EF4-FFF2-40B4-BE49-F238E27FC236}">
                <a16:creationId xmlns:a16="http://schemas.microsoft.com/office/drawing/2014/main" id="{BD6484DF-8473-784A-9E03-1B89F130081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589993" y="-304800"/>
            <a:ext cx="13275733" cy="7467600"/>
          </a:xfrm>
          <a:prstGeom prst="rect">
            <a:avLst/>
          </a:prstGeom>
        </p:spPr>
      </p:pic>
      <p:sp>
        <p:nvSpPr>
          <p:cNvPr id="2" name="Title 1"/>
          <p:cNvSpPr>
            <a:spLocks noGrp="1"/>
          </p:cNvSpPr>
          <p:nvPr>
            <p:ph type="title"/>
          </p:nvPr>
        </p:nvSpPr>
        <p:spPr>
          <a:xfrm>
            <a:off x="3985256" y="1412131"/>
            <a:ext cx="4156364" cy="2954655"/>
          </a:xfrm>
        </p:spPr>
        <p:txBody>
          <a:bodyPr anchor="ctr" anchorCtr="0"/>
          <a:lstStyle>
            <a:lvl1pPr algn="ctr">
              <a:lnSpc>
                <a:spcPct val="75000"/>
              </a:lnSpc>
              <a:defRPr sz="6400" b="1" i="0">
                <a:solidFill>
                  <a:schemeClr val="bg1"/>
                </a:solidFill>
                <a:latin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4493252" y="4507343"/>
            <a:ext cx="3297383" cy="795334"/>
          </a:xfrm>
        </p:spPr>
        <p:txBody>
          <a:bodyPr/>
          <a:lstStyle>
            <a:lvl1pPr marL="0" indent="0" algn="ctr">
              <a:buNone/>
              <a:defRPr sz="1800" b="1" i="0">
                <a:solidFill>
                  <a:schemeClr val="bg1"/>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p:txBody>
          <a:bodyPr/>
          <a:lstStyle/>
          <a:p>
            <a:fld id="{FB12CDF8-32CE-4E9C-B71D-397F5A61EE24}" type="slidenum">
              <a:rPr lang="en-US" smtClean="0"/>
              <a:t>‹#›</a:t>
            </a:fld>
            <a:endParaRPr lang="en-US"/>
          </a:p>
        </p:txBody>
      </p:sp>
    </p:spTree>
    <p:extLst>
      <p:ext uri="{BB962C8B-B14F-4D97-AF65-F5344CB8AC3E}">
        <p14:creationId xmlns:p14="http://schemas.microsoft.com/office/powerpoint/2010/main" val="3356136912"/>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Image">
    <p:bg>
      <p:bgPr>
        <a:solidFill>
          <a:srgbClr val="EDEEEF"/>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0" y="0"/>
            <a:ext cx="12192000" cy="6858000"/>
          </a:xfrm>
        </p:spPr>
        <p:txBody>
          <a:bodyPr/>
          <a:lstStyle/>
          <a:p>
            <a:r>
              <a:rPr lang="en-US"/>
              <a:t>Click icon to add picture</a:t>
            </a:r>
          </a:p>
        </p:txBody>
      </p:sp>
      <p:sp>
        <p:nvSpPr>
          <p:cNvPr id="4" name="Date Placeholder 3"/>
          <p:cNvSpPr>
            <a:spLocks noGrp="1"/>
          </p:cNvSpPr>
          <p:nvPr>
            <p:ph type="dt" sz="half" idx="10"/>
          </p:nvPr>
        </p:nvSpPr>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FB12CDF8-32CE-4E9C-B71D-397F5A61EE24}" type="slidenum">
              <a:rPr lang="en-US" smtClean="0"/>
              <a:pPr/>
              <a:t>‹#›</a:t>
            </a:fld>
            <a:endParaRPr lang="en-US"/>
          </a:p>
        </p:txBody>
      </p:sp>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10790000" y="6397249"/>
            <a:ext cx="924976" cy="176844"/>
          </a:xfrm>
          <a:prstGeom prst="rect">
            <a:avLst/>
          </a:prstGeom>
        </p:spPr>
      </p:pic>
      <p:sp>
        <p:nvSpPr>
          <p:cNvPr id="7" name="Text Placeholder 6"/>
          <p:cNvSpPr>
            <a:spLocks noGrp="1" noChangeAspect="1"/>
          </p:cNvSpPr>
          <p:nvPr>
            <p:ph type="body" sz="quarter" idx="14"/>
          </p:nvPr>
        </p:nvSpPr>
        <p:spPr>
          <a:xfrm>
            <a:off x="2286000" y="914400"/>
            <a:ext cx="3108960" cy="3108960"/>
          </a:xfrm>
          <a:prstGeom prst="ellipse">
            <a:avLst/>
          </a:prstGeom>
          <a:solidFill>
            <a:schemeClr val="bg1"/>
          </a:solidFill>
        </p:spPr>
        <p:txBody>
          <a:bodyPr anchor="ctr" anchorCtr="0"/>
          <a:lstStyle>
            <a:lvl1pPr algn="ctr">
              <a:spcBef>
                <a:spcPts val="900"/>
              </a:spcBef>
              <a:defRPr sz="1800" b="1" i="0">
                <a:latin typeface="Arial" panose="020B0604020202020204" pitchFamily="34" charset="0"/>
              </a:defRPr>
            </a:lvl1pPr>
            <a:lvl2pPr marL="0" indent="0">
              <a:buNone/>
              <a:defRPr/>
            </a:lvl2pPr>
          </a:lstStyle>
          <a:p>
            <a:pPr lvl="0"/>
            <a:r>
              <a:rPr lang="en-US"/>
              <a:t>Click to edit Master text styles</a:t>
            </a:r>
          </a:p>
        </p:txBody>
      </p:sp>
      <p:sp>
        <p:nvSpPr>
          <p:cNvPr id="11" name="Text Placeholder 6"/>
          <p:cNvSpPr>
            <a:spLocks noGrp="1" noChangeAspect="1"/>
          </p:cNvSpPr>
          <p:nvPr>
            <p:ph type="body" sz="quarter" idx="15"/>
          </p:nvPr>
        </p:nvSpPr>
        <p:spPr>
          <a:xfrm>
            <a:off x="-3520440" y="821933"/>
            <a:ext cx="3108960" cy="3108960"/>
          </a:xfrm>
          <a:prstGeom prst="ellipse">
            <a:avLst/>
          </a:prstGeom>
          <a:solidFill>
            <a:schemeClr val="bg1"/>
          </a:solidFill>
        </p:spPr>
        <p:txBody>
          <a:bodyPr anchor="ctr" anchorCtr="0"/>
          <a:lstStyle>
            <a:lvl1pPr algn="ctr">
              <a:spcBef>
                <a:spcPts val="900"/>
              </a:spcBef>
              <a:defRPr sz="1800" baseline="0"/>
            </a:lvl1pPr>
            <a:lvl2pPr marL="168275" indent="-168275" algn="ctr">
              <a:spcBef>
                <a:spcPts val="900"/>
              </a:spcBef>
              <a:buFont typeface="Arial" panose="020B0604020202020204" pitchFamily="34" charset="0"/>
              <a:buChar char="•"/>
              <a:defRPr sz="1600"/>
            </a:lvl2pPr>
          </a:lstStyle>
          <a:p>
            <a:pPr lvl="0"/>
            <a:r>
              <a:rPr lang="en-US"/>
              <a:t>Click to edit Master text styles</a:t>
            </a:r>
          </a:p>
          <a:p>
            <a:pPr lvl="1"/>
            <a:r>
              <a:rPr lang="en-US"/>
              <a:t>Second level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4488" y="6155667"/>
            <a:ext cx="1274827" cy="456927"/>
          </a:xfrm>
          <a:prstGeom prst="rect">
            <a:avLst/>
          </a:prstGeom>
        </p:spPr>
      </p:pic>
    </p:spTree>
    <p:extLst>
      <p:ext uri="{BB962C8B-B14F-4D97-AF65-F5344CB8AC3E}">
        <p14:creationId xmlns:p14="http://schemas.microsoft.com/office/powerpoint/2010/main" val="417354789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descr="Shape, arrow&#10;&#10;Description automatically generated">
            <a:extLst>
              <a:ext uri="{FF2B5EF4-FFF2-40B4-BE49-F238E27FC236}">
                <a16:creationId xmlns:a16="http://schemas.microsoft.com/office/drawing/2014/main" id="{2278D793-58D8-FD45-B993-87F43D448AF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448676" y="2020046"/>
            <a:ext cx="8190227" cy="498598"/>
          </a:xfrm>
        </p:spPr>
        <p:txBody>
          <a:bodyPr anchor="t" anchorCtr="0"/>
          <a:lstStyle>
            <a:lvl1pPr>
              <a:defRPr sz="3600" b="1" i="0">
                <a:solidFill>
                  <a:schemeClr val="bg1"/>
                </a:solidFill>
                <a:latin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448676" y="1228188"/>
            <a:ext cx="8190227" cy="243794"/>
          </a:xfrm>
        </p:spPr>
        <p:txBody>
          <a:bodyPr anchor="b" anchorCtr="0"/>
          <a:lstStyle>
            <a:lvl1pPr marL="0" indent="0">
              <a:buNone/>
              <a:defRPr sz="1800" b="1" i="0">
                <a:solidFill>
                  <a:schemeClr val="bg1"/>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FB12CDF8-32CE-4E9C-B71D-397F5A61EE24}" type="slidenum">
              <a:rPr lang="en-US" smtClean="0"/>
              <a:pPr/>
              <a:t>‹#›</a:t>
            </a:fld>
            <a:endParaRPr lang="en-US"/>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invGray">
          <a:xfrm>
            <a:off x="10790000" y="6397249"/>
            <a:ext cx="924976" cy="176844"/>
          </a:xfrm>
          <a:prstGeom prst="rect">
            <a:avLst/>
          </a:prstGeom>
        </p:spPr>
      </p:pic>
      <p:pic>
        <p:nvPicPr>
          <p:cNvPr id="11" name="Picture 10" descr="Logo&#10;&#10;Description automatically generated">
            <a:extLst>
              <a:ext uri="{FF2B5EF4-FFF2-40B4-BE49-F238E27FC236}">
                <a16:creationId xmlns:a16="http://schemas.microsoft.com/office/drawing/2014/main" id="{08A3F1B6-E465-0442-B16C-69CBB50A445A}"/>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394488" y="6158705"/>
            <a:ext cx="1283792" cy="457982"/>
          </a:xfrm>
          <a:prstGeom prst="rect">
            <a:avLst/>
          </a:prstGeom>
        </p:spPr>
      </p:pic>
    </p:spTree>
    <p:extLst>
      <p:ext uri="{BB962C8B-B14F-4D97-AF65-F5344CB8AC3E}">
        <p14:creationId xmlns:p14="http://schemas.microsoft.com/office/powerpoint/2010/main" val="376005687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1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8676" y="2020046"/>
            <a:ext cx="8190227" cy="498598"/>
          </a:xfrm>
        </p:spPr>
        <p:txBody>
          <a:bodyPr anchor="t" anchorCtr="0"/>
          <a:lstStyle>
            <a:lvl1pPr>
              <a:defRPr sz="3600" b="1" i="0">
                <a:solidFill>
                  <a:schemeClr val="bg1"/>
                </a:solidFill>
                <a:latin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448676" y="1228188"/>
            <a:ext cx="8190227" cy="243794"/>
          </a:xfrm>
        </p:spPr>
        <p:txBody>
          <a:bodyPr anchor="b" anchorCtr="0"/>
          <a:lstStyle>
            <a:lvl1pPr marL="0" indent="0">
              <a:buNone/>
              <a:defRPr sz="1800" b="1" i="0">
                <a:solidFill>
                  <a:schemeClr val="bg1"/>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FB12CDF8-32CE-4E9C-B71D-397F5A61EE24}" type="slidenum">
              <a:rPr lang="en-US" smtClean="0"/>
              <a:pPr/>
              <a:t>‹#›</a:t>
            </a:fld>
            <a:endParaRPr 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invGray">
          <a:xfrm>
            <a:off x="10790000" y="6397249"/>
            <a:ext cx="924976" cy="176844"/>
          </a:xfrm>
          <a:prstGeom prst="rect">
            <a:avLst/>
          </a:prstGeom>
        </p:spPr>
      </p:pic>
      <p:pic>
        <p:nvPicPr>
          <p:cNvPr id="10" name="Picture 9" descr="Logo&#10;&#10;Description automatically generated">
            <a:extLst>
              <a:ext uri="{FF2B5EF4-FFF2-40B4-BE49-F238E27FC236}">
                <a16:creationId xmlns:a16="http://schemas.microsoft.com/office/drawing/2014/main" id="{5AB7469C-EFB5-6643-B7FD-0BB44AE8972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394488" y="6158705"/>
            <a:ext cx="1283792" cy="457982"/>
          </a:xfrm>
          <a:prstGeom prst="rect">
            <a:avLst/>
          </a:prstGeom>
        </p:spPr>
      </p:pic>
    </p:spTree>
    <p:extLst>
      <p:ext uri="{BB962C8B-B14F-4D97-AF65-F5344CB8AC3E}">
        <p14:creationId xmlns:p14="http://schemas.microsoft.com/office/powerpoint/2010/main" val="3925193623"/>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1" name="Picture 10" descr="Icon&#10;&#10;Description automatically generated">
            <a:extLst>
              <a:ext uri="{FF2B5EF4-FFF2-40B4-BE49-F238E27FC236}">
                <a16:creationId xmlns:a16="http://schemas.microsoft.com/office/drawing/2014/main" id="{4095C5B2-F45D-4E4C-A575-8D0D0D584B8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969188" y="-629586"/>
            <a:ext cx="3621741" cy="3621741"/>
          </a:xfrm>
          <a:prstGeom prst="rect">
            <a:avLst/>
          </a:prstGeom>
        </p:spPr>
      </p:pic>
      <p:sp>
        <p:nvSpPr>
          <p:cNvPr id="2" name="Title 1"/>
          <p:cNvSpPr>
            <a:spLocks noGrp="1"/>
          </p:cNvSpPr>
          <p:nvPr>
            <p:ph type="title"/>
          </p:nvPr>
        </p:nvSpPr>
        <p:spPr>
          <a:xfrm>
            <a:off x="381000" y="859536"/>
            <a:ext cx="11430000" cy="498598"/>
          </a:xfrm>
        </p:spPr>
        <p:txBody>
          <a:bodyPr/>
          <a:lstStyle>
            <a:lvl1pPr>
              <a:defRPr b="1" i="0">
                <a:latin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380999" y="1798730"/>
            <a:ext cx="5428129" cy="4144870"/>
          </a:xfrm>
        </p:spPr>
        <p:txBody>
          <a:bodyPr/>
          <a:lstStyle>
            <a:lvl1pPr>
              <a:defRPr b="1" i="0">
                <a:solidFill>
                  <a:schemeClr val="accent2"/>
                </a:solidFill>
                <a:latin typeface="Arial" panose="020B0604020202020204" pitchFamily="34" charset="0"/>
              </a:defRPr>
            </a:lvl1pPr>
            <a:lvl2pPr>
              <a:defRPr b="0" i="0">
                <a:latin typeface="Arial" panose="020B0604020202020204" pitchFamily="34" charset="0"/>
                <a:cs typeface="Arial" panose="020B0604020202020204" pitchFamily="34" charset="0"/>
              </a:defRPr>
            </a:lvl2pPr>
            <a:lvl3pPr>
              <a:defRPr b="0" i="0">
                <a:latin typeface="Arial" panose="020B0604020202020204" pitchFamily="34" charset="0"/>
                <a:cs typeface="Arial" panose="020B0604020202020204" pitchFamily="34" charset="0"/>
              </a:defRPr>
            </a:lvl3pPr>
            <a:lvl4pPr>
              <a:defRPr b="0" i="1">
                <a:latin typeface="Arial" panose="020B0604020202020204" pitchFamily="34" charset="0"/>
                <a:cs typeface="Arial" panose="020B0604020202020204" pitchFamily="34" charset="0"/>
              </a:defRPr>
            </a:lvl4pPr>
            <a:lvl5pPr>
              <a:defRPr b="0" i="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82871" y="1798730"/>
            <a:ext cx="5428129" cy="4144870"/>
          </a:xfrm>
        </p:spPr>
        <p:txBody>
          <a:bodyPr/>
          <a:lstStyle>
            <a:lvl1pPr>
              <a:defRPr b="1" i="0">
                <a:solidFill>
                  <a:schemeClr val="accent2"/>
                </a:solidFill>
                <a:latin typeface="Arial" panose="020B0604020202020204" pitchFamily="34" charset="0"/>
              </a:defRPr>
            </a:lvl1pPr>
            <a:lvl2pPr>
              <a:defRPr b="0" i="0">
                <a:latin typeface="Arial" panose="020B0604020202020204" pitchFamily="34" charset="0"/>
                <a:cs typeface="Arial" panose="020B0604020202020204" pitchFamily="34" charset="0"/>
              </a:defRPr>
            </a:lvl2pPr>
            <a:lvl3pPr>
              <a:defRPr b="0" i="0">
                <a:latin typeface="Arial" panose="020B0604020202020204" pitchFamily="34" charset="0"/>
                <a:cs typeface="Arial" panose="020B0604020202020204" pitchFamily="34" charset="0"/>
              </a:defRPr>
            </a:lvl3pPr>
            <a:lvl4pPr>
              <a:defRPr b="0" i="1">
                <a:latin typeface="Arial" panose="020B0604020202020204" pitchFamily="34" charset="0"/>
                <a:cs typeface="Arial" panose="020B0604020202020204" pitchFamily="34" charset="0"/>
              </a:defRPr>
            </a:lvl4pPr>
            <a:lvl5pPr>
              <a:defRPr b="0" i="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EA89700-DFB1-4A18-8D37-93514F14DE8F}" type="datetimeFigureOut">
              <a:rPr lang="en-US" smtClean="0"/>
              <a:t>4/24/23</a:t>
            </a:fld>
            <a:endParaRPr lang="en-US"/>
          </a:p>
        </p:txBody>
      </p:sp>
      <p:sp>
        <p:nvSpPr>
          <p:cNvPr id="6" name="Footer Placeholder 5"/>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7" name="Slide Number Placeholder 6"/>
          <p:cNvSpPr>
            <a:spLocks noGrp="1"/>
          </p:cNvSpPr>
          <p:nvPr>
            <p:ph type="sldNum" sz="quarter" idx="12"/>
          </p:nvPr>
        </p:nvSpPr>
        <p:spPr/>
        <p:txBody>
          <a:bodyPr/>
          <a:lstStyle/>
          <a:p>
            <a:fld id="{FB12CDF8-32CE-4E9C-B71D-397F5A61EE24}" type="slidenum">
              <a:rPr lang="en-US" smtClean="0"/>
              <a:t>‹#›</a:t>
            </a:fld>
            <a:endParaRPr lang="en-US"/>
          </a:p>
        </p:txBody>
      </p:sp>
    </p:spTree>
    <p:extLst>
      <p:ext uri="{BB962C8B-B14F-4D97-AF65-F5344CB8AC3E}">
        <p14:creationId xmlns:p14="http://schemas.microsoft.com/office/powerpoint/2010/main" val="1238434513"/>
      </p:ext>
    </p:extLst>
  </p:cSld>
  <p:clrMapOvr>
    <a:masterClrMapping/>
  </p:clrMapOvr>
  <p:hf hdr="0" dt="0"/>
  <p:extLst>
    <p:ext uri="{DCECCB84-F9BA-43D5-87BE-67443E8EF086}">
      <p15:sldGuideLst xmlns:p15="http://schemas.microsoft.com/office/powerpoint/2012/main">
        <p15:guide id="1"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Circular Photo">
    <p:spTree>
      <p:nvGrpSpPr>
        <p:cNvPr id="1" name=""/>
        <p:cNvGrpSpPr/>
        <p:nvPr/>
      </p:nvGrpSpPr>
      <p:grpSpPr>
        <a:xfrm>
          <a:off x="0" y="0"/>
          <a:ext cx="0" cy="0"/>
          <a:chOff x="0" y="0"/>
          <a:chExt cx="0" cy="0"/>
        </a:xfrm>
      </p:grpSpPr>
      <p:sp>
        <p:nvSpPr>
          <p:cNvPr id="2" name="Title 1"/>
          <p:cNvSpPr>
            <a:spLocks noGrp="1"/>
          </p:cNvSpPr>
          <p:nvPr>
            <p:ph type="title"/>
          </p:nvPr>
        </p:nvSpPr>
        <p:spPr>
          <a:xfrm>
            <a:off x="381000" y="859536"/>
            <a:ext cx="11430000" cy="498598"/>
          </a:xfrm>
        </p:spPr>
        <p:txBody>
          <a:bodyPr/>
          <a:lstStyle>
            <a:lvl1pPr>
              <a:defRPr b="1" i="0">
                <a:latin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380999" y="1798730"/>
            <a:ext cx="5428129" cy="4144870"/>
          </a:xfrm>
        </p:spPr>
        <p:txBody>
          <a:bodyPr/>
          <a:lstStyle>
            <a:lvl1pPr marL="0" indent="0">
              <a:spcBef>
                <a:spcPts val="1200"/>
              </a:spcBef>
              <a:spcAft>
                <a:spcPts val="3000"/>
              </a:spcAft>
              <a:buNone/>
              <a:defRPr b="1" i="0">
                <a:solidFill>
                  <a:schemeClr val="tx2"/>
                </a:solidFill>
                <a:latin typeface="Arial" panose="020B0604020202020204" pitchFamily="34" charset="0"/>
              </a:defRPr>
            </a:lvl1pPr>
            <a:lvl2pPr marL="233363" indent="-233363">
              <a:spcBef>
                <a:spcPts val="2400"/>
              </a:spcBef>
              <a:buFont typeface="Arial" panose="020B0604020202020204" pitchFamily="34" charset="0"/>
              <a:buChar char="•"/>
              <a:defRPr sz="2000" b="0" i="0">
                <a:latin typeface="Arial" panose="020B0604020202020204" pitchFamily="34" charset="0"/>
                <a:cs typeface="Arial" panose="020B0604020202020204" pitchFamily="34" charset="0"/>
              </a:defRPr>
            </a:lvl2pPr>
            <a:lvl3pPr marL="690563" indent="-233363">
              <a:spcBef>
                <a:spcPts val="1800"/>
              </a:spcBef>
              <a:buFont typeface="Palatino" pitchFamily="2" charset="0"/>
              <a:buChar char="–"/>
              <a:defRPr b="0" i="0">
                <a:latin typeface="Arial" panose="020B0604020202020204" pitchFamily="34" charset="0"/>
                <a:cs typeface="Arial" panose="020B0604020202020204" pitchFamily="34" charset="0"/>
              </a:defRPr>
            </a:lvl3pPr>
            <a:lvl4pPr marL="1147763" indent="-233363">
              <a:spcBef>
                <a:spcPts val="1800"/>
              </a:spcBef>
              <a:buFont typeface="Arial" panose="020B0604020202020204" pitchFamily="34" charset="0"/>
              <a:buChar char="•"/>
              <a:defRPr sz="1400" b="0" i="1">
                <a:latin typeface="Arial" panose="020B0604020202020204" pitchFamily="34" charset="0"/>
                <a:cs typeface="Arial" panose="020B0604020202020204" pitchFamily="34" charset="0"/>
              </a:defRPr>
            </a:lvl4pPr>
            <a:lvl5pPr marL="1604963" indent="-233363">
              <a:spcBef>
                <a:spcPts val="1800"/>
              </a:spcBef>
              <a:buFont typeface="Palatino" pitchFamily="2" charset="0"/>
              <a:buChar char="–"/>
              <a:defRPr b="0" i="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EA89700-DFB1-4A18-8D37-93514F14DE8F}" type="datetimeFigureOut">
              <a:rPr lang="en-US" smtClean="0"/>
              <a:t>4/24/23</a:t>
            </a:fld>
            <a:endParaRPr lang="en-US"/>
          </a:p>
        </p:txBody>
      </p:sp>
      <p:sp>
        <p:nvSpPr>
          <p:cNvPr id="6" name="Footer Placeholder 5"/>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7" name="Slide Number Placeholder 6"/>
          <p:cNvSpPr>
            <a:spLocks noGrp="1"/>
          </p:cNvSpPr>
          <p:nvPr>
            <p:ph type="sldNum" sz="quarter" idx="12"/>
          </p:nvPr>
        </p:nvSpPr>
        <p:spPr/>
        <p:txBody>
          <a:bodyPr/>
          <a:lstStyle/>
          <a:p>
            <a:fld id="{FB12CDF8-32CE-4E9C-B71D-397F5A61EE24}" type="slidenum">
              <a:rPr lang="en-US" smtClean="0"/>
              <a:t>‹#›</a:t>
            </a:fld>
            <a:endParaRPr lang="en-US"/>
          </a:p>
        </p:txBody>
      </p:sp>
      <p:sp>
        <p:nvSpPr>
          <p:cNvPr id="10" name="Picture Placeholder 12"/>
          <p:cNvSpPr>
            <a:spLocks noGrp="1"/>
          </p:cNvSpPr>
          <p:nvPr>
            <p:ph type="pic" sz="quarter" idx="14"/>
          </p:nvPr>
        </p:nvSpPr>
        <p:spPr>
          <a:xfrm>
            <a:off x="7621429" y="1928470"/>
            <a:ext cx="3423087" cy="3495615"/>
          </a:xfrm>
          <a:prstGeom prst="rect">
            <a:avLst/>
          </a:prstGeom>
          <a:solidFill>
            <a:schemeClr val="bg1">
              <a:lumMod val="85000"/>
            </a:schemeClr>
          </a:solidFill>
        </p:spPr>
        <p:txBody>
          <a:bodyPr/>
          <a:lstStyle>
            <a:lvl1pPr>
              <a:defRPr b="1" i="0">
                <a:latin typeface="Arial" panose="020B0604020202020204" pitchFamily="34" charset="0"/>
              </a:defRPr>
            </a:lvl1pPr>
          </a:lstStyle>
          <a:p>
            <a:r>
              <a:rPr lang="en-US"/>
              <a:t>Click icon to add picture</a:t>
            </a:r>
          </a:p>
        </p:txBody>
      </p:sp>
    </p:spTree>
    <p:extLst>
      <p:ext uri="{BB962C8B-B14F-4D97-AF65-F5344CB8AC3E}">
        <p14:creationId xmlns:p14="http://schemas.microsoft.com/office/powerpoint/2010/main" val="3520957338"/>
      </p:ext>
    </p:extLst>
  </p:cSld>
  <p:clrMapOvr>
    <a:masterClrMapping/>
  </p:clrMapOvr>
  <p:hf hdr="0" dt="0"/>
  <p:extLst>
    <p:ext uri="{DCECCB84-F9BA-43D5-87BE-67443E8EF086}">
      <p15:sldGuideLst xmlns:p15="http://schemas.microsoft.com/office/powerpoint/2012/main">
        <p15:guide id="1"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Photo and Text">
    <p:spTree>
      <p:nvGrpSpPr>
        <p:cNvPr id="1" name=""/>
        <p:cNvGrpSpPr/>
        <p:nvPr/>
      </p:nvGrpSpPr>
      <p:grpSpPr>
        <a:xfrm>
          <a:off x="0" y="0"/>
          <a:ext cx="0" cy="0"/>
          <a:chOff x="0" y="0"/>
          <a:chExt cx="0" cy="0"/>
        </a:xfrm>
      </p:grpSpPr>
      <p:sp>
        <p:nvSpPr>
          <p:cNvPr id="2" name="Title 1"/>
          <p:cNvSpPr>
            <a:spLocks noGrp="1"/>
          </p:cNvSpPr>
          <p:nvPr>
            <p:ph type="title"/>
          </p:nvPr>
        </p:nvSpPr>
        <p:spPr>
          <a:xfrm>
            <a:off x="381000" y="859536"/>
            <a:ext cx="11430000" cy="498598"/>
          </a:xfrm>
        </p:spPr>
        <p:txBody>
          <a:bodyPr/>
          <a:lstStyle>
            <a:lvl1pPr>
              <a:defRPr b="1" i="0">
                <a:latin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6956424" y="2179479"/>
            <a:ext cx="4191001" cy="3411631"/>
          </a:xfrm>
        </p:spPr>
        <p:txBody>
          <a:bodyPr/>
          <a:lstStyle>
            <a:lvl1pPr marL="0" indent="0">
              <a:spcBef>
                <a:spcPts val="1800"/>
              </a:spcBef>
              <a:spcAft>
                <a:spcPts val="0"/>
              </a:spcAft>
              <a:buNone/>
              <a:defRPr sz="1800" b="1" i="0">
                <a:solidFill>
                  <a:schemeClr val="accent2"/>
                </a:solidFill>
                <a:latin typeface="Arial" panose="020B0604020202020204" pitchFamily="34" charset="0"/>
              </a:defRPr>
            </a:lvl1pPr>
            <a:lvl2pPr marL="0" indent="0">
              <a:spcBef>
                <a:spcPts val="1800"/>
              </a:spcBef>
              <a:buFont typeface="Arial" panose="020B0604020202020204" pitchFamily="34" charset="0"/>
              <a:buNone/>
              <a:defRPr sz="1800" b="0" i="0">
                <a:latin typeface="Arial" panose="020B0604020202020204" pitchFamily="34" charset="0"/>
                <a:cs typeface="Arial" panose="020B0604020202020204" pitchFamily="34" charset="0"/>
              </a:defRPr>
            </a:lvl2pPr>
            <a:lvl3pPr marL="690563" indent="-233363">
              <a:spcBef>
                <a:spcPts val="1800"/>
              </a:spcBef>
              <a:buFont typeface="Palatino" pitchFamily="2" charset="0"/>
              <a:buChar char="–"/>
              <a:defRPr b="0" i="0">
                <a:latin typeface="Arial" panose="020B0604020202020204" pitchFamily="34" charset="0"/>
                <a:cs typeface="Arial" panose="020B0604020202020204" pitchFamily="34" charset="0"/>
              </a:defRPr>
            </a:lvl3pPr>
            <a:lvl4pPr marL="1147763" indent="-233363">
              <a:spcBef>
                <a:spcPts val="1800"/>
              </a:spcBef>
              <a:buFont typeface="Arial" panose="020B0604020202020204" pitchFamily="34" charset="0"/>
              <a:buChar char="•"/>
              <a:defRPr sz="1400" b="0" i="1">
                <a:latin typeface="Arial" panose="020B0604020202020204" pitchFamily="34" charset="0"/>
                <a:cs typeface="Arial" panose="020B0604020202020204" pitchFamily="34" charset="0"/>
              </a:defRPr>
            </a:lvl4pPr>
            <a:lvl5pPr marL="1604963" indent="-233363">
              <a:spcBef>
                <a:spcPts val="1800"/>
              </a:spcBef>
              <a:buFont typeface="Palatino" pitchFamily="2" charset="0"/>
              <a:buChar char="–"/>
              <a:defRPr b="0" i="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EA89700-DFB1-4A18-8D37-93514F14DE8F}" type="datetimeFigureOut">
              <a:rPr lang="en-US" smtClean="0"/>
              <a:t>4/24/23</a:t>
            </a:fld>
            <a:endParaRPr lang="en-US"/>
          </a:p>
        </p:txBody>
      </p:sp>
      <p:sp>
        <p:nvSpPr>
          <p:cNvPr id="6" name="Footer Placeholder 5"/>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7" name="Slide Number Placeholder 6"/>
          <p:cNvSpPr>
            <a:spLocks noGrp="1"/>
          </p:cNvSpPr>
          <p:nvPr>
            <p:ph type="sldNum" sz="quarter" idx="12"/>
          </p:nvPr>
        </p:nvSpPr>
        <p:spPr/>
        <p:txBody>
          <a:bodyPr/>
          <a:lstStyle/>
          <a:p>
            <a:fld id="{FB12CDF8-32CE-4E9C-B71D-397F5A61EE24}" type="slidenum">
              <a:rPr lang="en-US" smtClean="0"/>
              <a:t>‹#›</a:t>
            </a:fld>
            <a:endParaRPr lang="en-US"/>
          </a:p>
        </p:txBody>
      </p:sp>
      <p:sp>
        <p:nvSpPr>
          <p:cNvPr id="10" name="Picture Placeholder 12"/>
          <p:cNvSpPr>
            <a:spLocks noGrp="1"/>
          </p:cNvSpPr>
          <p:nvPr>
            <p:ph type="pic" sz="quarter" idx="14"/>
          </p:nvPr>
        </p:nvSpPr>
        <p:spPr>
          <a:xfrm>
            <a:off x="1849328" y="2060164"/>
            <a:ext cx="4064780" cy="3530946"/>
          </a:xfrm>
          <a:prstGeom prst="rect">
            <a:avLst/>
          </a:prstGeom>
          <a:solidFill>
            <a:schemeClr val="bg1">
              <a:lumMod val="85000"/>
            </a:schemeClr>
          </a:solidFill>
        </p:spPr>
        <p:txBody>
          <a:bodyPr/>
          <a:lstStyle>
            <a:lvl1pPr>
              <a:defRPr b="1" i="0">
                <a:latin typeface="Arial" panose="020B0604020202020204" pitchFamily="34" charset="0"/>
              </a:defRPr>
            </a:lvl1pPr>
          </a:lstStyle>
          <a:p>
            <a:r>
              <a:rPr lang="en-US"/>
              <a:t>Click icon to add picture</a:t>
            </a:r>
          </a:p>
        </p:txBody>
      </p:sp>
    </p:spTree>
    <p:extLst>
      <p:ext uri="{BB962C8B-B14F-4D97-AF65-F5344CB8AC3E}">
        <p14:creationId xmlns:p14="http://schemas.microsoft.com/office/powerpoint/2010/main" val="95893567"/>
      </p:ext>
    </p:extLst>
  </p:cSld>
  <p:clrMapOvr>
    <a:masterClrMapping/>
  </p:clrMapOvr>
  <p:hf hdr="0" dt="0"/>
  <p:extLst>
    <p:ext uri="{DCECCB84-F9BA-43D5-87BE-67443E8EF086}">
      <p15:sldGuideLst xmlns:p15="http://schemas.microsoft.com/office/powerpoint/2012/main">
        <p15:guide id="1"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latin typeface="Arial" panose="020B0604020202020204"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p>
            <a:fld id="{5EA89700-DFB1-4A18-8D37-93514F14DE8F}" type="datetimeFigureOut">
              <a:rPr lang="en-US" smtClean="0"/>
              <a:t>4/24/23</a:t>
            </a:fld>
            <a:endParaRPr lang="en-US"/>
          </a:p>
        </p:txBody>
      </p:sp>
      <p:sp>
        <p:nvSpPr>
          <p:cNvPr id="4" name="Footer Placeholder 3"/>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5" name="Slide Number Placeholder 4"/>
          <p:cNvSpPr>
            <a:spLocks noGrp="1"/>
          </p:cNvSpPr>
          <p:nvPr>
            <p:ph type="sldNum" sz="quarter" idx="12"/>
          </p:nvPr>
        </p:nvSpPr>
        <p:spPr/>
        <p:txBody>
          <a:bodyPr/>
          <a:lstStyle/>
          <a:p>
            <a:fld id="{FB12CDF8-32CE-4E9C-B71D-397F5A61EE24}" type="slidenum">
              <a:rPr lang="en-US" smtClean="0"/>
              <a:t>‹#›</a:t>
            </a:fld>
            <a:endParaRPr lang="en-US"/>
          </a:p>
        </p:txBody>
      </p:sp>
    </p:spTree>
    <p:extLst>
      <p:ext uri="{BB962C8B-B14F-4D97-AF65-F5344CB8AC3E}">
        <p14:creationId xmlns:p14="http://schemas.microsoft.com/office/powerpoint/2010/main" val="3759066188"/>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A89700-DFB1-4A18-8D37-93514F14DE8F}" type="datetimeFigureOut">
              <a:rPr lang="en-US" smtClean="0"/>
              <a:t>4/24/23</a:t>
            </a:fld>
            <a:endParaRPr lang="en-US"/>
          </a:p>
        </p:txBody>
      </p:sp>
      <p:sp>
        <p:nvSpPr>
          <p:cNvPr id="3" name="Footer Placeholder 2"/>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4" name="Slide Number Placeholder 3"/>
          <p:cNvSpPr>
            <a:spLocks noGrp="1"/>
          </p:cNvSpPr>
          <p:nvPr>
            <p:ph type="sldNum" sz="quarter" idx="12"/>
          </p:nvPr>
        </p:nvSpPr>
        <p:spPr/>
        <p:txBody>
          <a:bodyPr/>
          <a:lstStyle/>
          <a:p>
            <a:fld id="{FB12CDF8-32CE-4E9C-B71D-397F5A61EE24}" type="slidenum">
              <a:rPr lang="en-US" smtClean="0"/>
              <a:t>‹#›</a:t>
            </a:fld>
            <a:endParaRPr lang="en-US"/>
          </a:p>
        </p:txBody>
      </p:sp>
    </p:spTree>
    <p:extLst>
      <p:ext uri="{BB962C8B-B14F-4D97-AF65-F5344CB8AC3E}">
        <p14:creationId xmlns:p14="http://schemas.microsoft.com/office/powerpoint/2010/main" val="1547738519"/>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AFB89-7172-009F-64BB-87C0BF19D9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9F55FE-70A4-B486-E3E4-03D103C9C9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847871-54FB-092F-918C-EFEF454E3F97}"/>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5" name="Footer Placeholder 4">
            <a:extLst>
              <a:ext uri="{FF2B5EF4-FFF2-40B4-BE49-F238E27FC236}">
                <a16:creationId xmlns:a16="http://schemas.microsoft.com/office/drawing/2014/main" id="{E6246714-5B64-C213-783F-D4393C83D274}"/>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a:extLst>
              <a:ext uri="{FF2B5EF4-FFF2-40B4-BE49-F238E27FC236}">
                <a16:creationId xmlns:a16="http://schemas.microsoft.com/office/drawing/2014/main" id="{A7E49479-B8D7-9061-E882-56D9DA7BAF45}"/>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3451620817"/>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F40EB-BEE5-7453-7197-8580F5DC6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8F5AFC-D034-E418-3435-8F01CD41B8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245CA0-B61D-EF9F-1A23-BFD5F5A2D536}"/>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5" name="Footer Placeholder 4">
            <a:extLst>
              <a:ext uri="{FF2B5EF4-FFF2-40B4-BE49-F238E27FC236}">
                <a16:creationId xmlns:a16="http://schemas.microsoft.com/office/drawing/2014/main" id="{37DA5DF3-C54B-DCD0-82DD-AADC9D428864}"/>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a:extLst>
              <a:ext uri="{FF2B5EF4-FFF2-40B4-BE49-F238E27FC236}">
                <a16:creationId xmlns:a16="http://schemas.microsoft.com/office/drawing/2014/main" id="{51FA8B50-4F72-2634-5ED0-440530D54499}"/>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125098517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91892-7355-D7CA-8E48-F263DC1006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4B164D-22C2-4CA6-BD7A-DD2A6E4C7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E8E47-BFC4-A647-0032-41ED14E94F0D}"/>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5" name="Footer Placeholder 4">
            <a:extLst>
              <a:ext uri="{FF2B5EF4-FFF2-40B4-BE49-F238E27FC236}">
                <a16:creationId xmlns:a16="http://schemas.microsoft.com/office/drawing/2014/main" id="{9F97A906-EBD8-CFBD-6E89-238C7C3A1630}"/>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a:extLst>
              <a:ext uri="{FF2B5EF4-FFF2-40B4-BE49-F238E27FC236}">
                <a16:creationId xmlns:a16="http://schemas.microsoft.com/office/drawing/2014/main" id="{30B20734-3F87-6A5D-7130-001A641ECE8A}"/>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519996480"/>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329F4-48A6-5291-01E7-29DDD40A9D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5F0DD6-579C-3CE7-A2BD-4C2E07C198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1C8201-CE79-C94C-81F9-323FB6946A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E8B322-EA7A-3185-0993-9B0C9F2309AA}"/>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6" name="Footer Placeholder 5">
            <a:extLst>
              <a:ext uri="{FF2B5EF4-FFF2-40B4-BE49-F238E27FC236}">
                <a16:creationId xmlns:a16="http://schemas.microsoft.com/office/drawing/2014/main" id="{F0AEC202-FC24-EFE2-AE26-3B6DC7A96BDA}"/>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7" name="Slide Number Placeholder 6">
            <a:extLst>
              <a:ext uri="{FF2B5EF4-FFF2-40B4-BE49-F238E27FC236}">
                <a16:creationId xmlns:a16="http://schemas.microsoft.com/office/drawing/2014/main" id="{BFB6BA98-834F-7A67-DB05-789635F46DE2}"/>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2275700861"/>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A070B-83A6-87EC-5540-F8F4DA5691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04AFFE-104F-261B-830E-F9DFA891F7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6BAF2A-D927-665C-ED07-2F95BDA2DB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8BA93C-B4A1-3A64-BD7A-D50A995518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28407D-93EC-E875-DA57-165AF04148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44FFB9-000A-5A9E-005D-5BE5E3F09732}"/>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8" name="Footer Placeholder 7">
            <a:extLst>
              <a:ext uri="{FF2B5EF4-FFF2-40B4-BE49-F238E27FC236}">
                <a16:creationId xmlns:a16="http://schemas.microsoft.com/office/drawing/2014/main" id="{18955445-9925-D85F-DF36-9AA238BC507B}"/>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9" name="Slide Number Placeholder 8">
            <a:extLst>
              <a:ext uri="{FF2B5EF4-FFF2-40B4-BE49-F238E27FC236}">
                <a16:creationId xmlns:a16="http://schemas.microsoft.com/office/drawing/2014/main" id="{A0D05DEB-03A2-F8ED-9ED9-16A2AE1BC924}"/>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2477576282"/>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E0FA1-45B3-A2A7-89B8-E99DAC2C40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F8F5967-6946-95BA-4D35-F1244E2F43D8}"/>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4" name="Footer Placeholder 3">
            <a:extLst>
              <a:ext uri="{FF2B5EF4-FFF2-40B4-BE49-F238E27FC236}">
                <a16:creationId xmlns:a16="http://schemas.microsoft.com/office/drawing/2014/main" id="{5B1EDDD7-BBE4-081F-B6D7-5302533A746B}"/>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5" name="Slide Number Placeholder 4">
            <a:extLst>
              <a:ext uri="{FF2B5EF4-FFF2-40B4-BE49-F238E27FC236}">
                <a16:creationId xmlns:a16="http://schemas.microsoft.com/office/drawing/2014/main" id="{3E24A451-F141-6C30-1B67-C2B9D5131F2B}"/>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1708471692"/>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EEE236-2D07-5494-BFD4-8A7D04253B92}"/>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3" name="Footer Placeholder 2">
            <a:extLst>
              <a:ext uri="{FF2B5EF4-FFF2-40B4-BE49-F238E27FC236}">
                <a16:creationId xmlns:a16="http://schemas.microsoft.com/office/drawing/2014/main" id="{B100097C-4D12-16F0-70FC-0A4338A3E6FF}"/>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4" name="Slide Number Placeholder 3">
            <a:extLst>
              <a:ext uri="{FF2B5EF4-FFF2-40B4-BE49-F238E27FC236}">
                <a16:creationId xmlns:a16="http://schemas.microsoft.com/office/drawing/2014/main" id="{A3E98642-2910-FE64-8AB8-B076FFA2E1C1}"/>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1668641297"/>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95A4A-2C7E-C28C-B44C-E28AE26920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89FC8A-01E9-1AB7-688C-993D0B52F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9EA301-0DE9-8B1F-6967-1DFE4C58BC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1FE40A-02C0-7A30-3DDE-CE020C6B9711}"/>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6" name="Footer Placeholder 5">
            <a:extLst>
              <a:ext uri="{FF2B5EF4-FFF2-40B4-BE49-F238E27FC236}">
                <a16:creationId xmlns:a16="http://schemas.microsoft.com/office/drawing/2014/main" id="{A54B3DC2-BB29-7590-C6F0-3CC59782E73C}"/>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7" name="Slide Number Placeholder 6">
            <a:extLst>
              <a:ext uri="{FF2B5EF4-FFF2-40B4-BE49-F238E27FC236}">
                <a16:creationId xmlns:a16="http://schemas.microsoft.com/office/drawing/2014/main" id="{019F4862-270E-E5D8-B1F2-2DBD22F7DC86}"/>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1054920769"/>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C858-9925-A988-89DB-F89317F119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3508D5-0DE7-3281-BB57-62A0E6CCA0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F28941-F8BB-8903-5FE2-274806F721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5C1F85-DF0A-0B1B-9CFB-99D32185E333}"/>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6" name="Footer Placeholder 5">
            <a:extLst>
              <a:ext uri="{FF2B5EF4-FFF2-40B4-BE49-F238E27FC236}">
                <a16:creationId xmlns:a16="http://schemas.microsoft.com/office/drawing/2014/main" id="{8106C80E-A5CD-6C43-2C6E-4F3D45244B9A}"/>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7" name="Slide Number Placeholder 6">
            <a:extLst>
              <a:ext uri="{FF2B5EF4-FFF2-40B4-BE49-F238E27FC236}">
                <a16:creationId xmlns:a16="http://schemas.microsoft.com/office/drawing/2014/main" id="{4EA85AEC-793E-89DD-95AC-737D02E1DD34}"/>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4202711239"/>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7CAD0-1036-734F-696E-C7C1E2CDE3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F029DB-745A-0C35-6D14-4B138A0CF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A73D6F-05C7-C5B8-DF35-B41E316DCC10}"/>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5" name="Footer Placeholder 4">
            <a:extLst>
              <a:ext uri="{FF2B5EF4-FFF2-40B4-BE49-F238E27FC236}">
                <a16:creationId xmlns:a16="http://schemas.microsoft.com/office/drawing/2014/main" id="{7E1AFB5F-5EE3-22B6-7CFF-F91F2F26BE17}"/>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a:extLst>
              <a:ext uri="{FF2B5EF4-FFF2-40B4-BE49-F238E27FC236}">
                <a16:creationId xmlns:a16="http://schemas.microsoft.com/office/drawing/2014/main" id="{37EF59E0-ACFE-CB31-B23C-9D731A11E3E1}"/>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892373099"/>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D6DD7F-36CC-65CB-E444-145D9FF6FB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EA90E4-A816-F901-09FD-BF210E2388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5B977E-A103-9C61-31E5-B460A6CD1283}"/>
              </a:ext>
            </a:extLst>
          </p:cNvPr>
          <p:cNvSpPr>
            <a:spLocks noGrp="1"/>
          </p:cNvSpPr>
          <p:nvPr>
            <p:ph type="dt" sz="half" idx="10"/>
          </p:nvPr>
        </p:nvSpPr>
        <p:spPr/>
        <p:txBody>
          <a:bodyPr/>
          <a:lstStyle/>
          <a:p>
            <a:fld id="{7F03BA8B-1434-4B6D-AC7F-8FACA0B2A2E6}" type="datetimeFigureOut">
              <a:rPr lang="en-US" smtClean="0"/>
              <a:t>4/24/23</a:t>
            </a:fld>
            <a:endParaRPr lang="en-US"/>
          </a:p>
        </p:txBody>
      </p:sp>
      <p:sp>
        <p:nvSpPr>
          <p:cNvPr id="5" name="Footer Placeholder 4">
            <a:extLst>
              <a:ext uri="{FF2B5EF4-FFF2-40B4-BE49-F238E27FC236}">
                <a16:creationId xmlns:a16="http://schemas.microsoft.com/office/drawing/2014/main" id="{625D558D-BAC5-E35F-9752-6743D3B7321C}"/>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6" name="Slide Number Placeholder 5">
            <a:extLst>
              <a:ext uri="{FF2B5EF4-FFF2-40B4-BE49-F238E27FC236}">
                <a16:creationId xmlns:a16="http://schemas.microsoft.com/office/drawing/2014/main" id="{771B0EA9-CC20-BFC9-D7C4-F5A77373525D}"/>
              </a:ext>
            </a:extLst>
          </p:cNvPr>
          <p:cNvSpPr>
            <a:spLocks noGrp="1"/>
          </p:cNvSpPr>
          <p:nvPr>
            <p:ph type="sldNum" sz="quarter" idx="12"/>
          </p:nvPr>
        </p:nvSpPr>
        <p:spPr/>
        <p:txBody>
          <a:bodyPr/>
          <a:lstStyle/>
          <a:p>
            <a:fld id="{1F2B2F86-B0C4-4A06-AE51-35F6B9C6B46D}" type="slidenum">
              <a:rPr lang="en-US" smtClean="0"/>
              <a:t>‹#›</a:t>
            </a:fld>
            <a:endParaRPr lang="en-US"/>
          </a:p>
        </p:txBody>
      </p:sp>
    </p:spTree>
    <p:extLst>
      <p:ext uri="{BB962C8B-B14F-4D97-AF65-F5344CB8AC3E}">
        <p14:creationId xmlns:p14="http://schemas.microsoft.com/office/powerpoint/2010/main" val="87429464"/>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Picture 27" descr="A picture containing game, holding, table, person&#10;&#10;Description automatically generated">
            <a:extLst>
              <a:ext uri="{FF2B5EF4-FFF2-40B4-BE49-F238E27FC236}">
                <a16:creationId xmlns:a16="http://schemas.microsoft.com/office/drawing/2014/main" id="{C5D04B7C-1121-AF4E-B28A-2377894B663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403122" y="731583"/>
            <a:ext cx="9144000" cy="2387600"/>
          </a:xfrm>
        </p:spPr>
        <p:txBody>
          <a:bodyPr lIns="0" tIns="0" rIns="0" bIns="0" anchor="b">
            <a:noAutofit/>
          </a:bodyPr>
          <a:lstStyle>
            <a:lvl1pPr algn="l">
              <a:lnSpc>
                <a:spcPct val="80000"/>
              </a:lnSpc>
              <a:defRPr sz="6400" b="1" i="0">
                <a:solidFill>
                  <a:schemeClr val="bg1"/>
                </a:solidFill>
                <a:latin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403122" y="3244341"/>
            <a:ext cx="9144000" cy="339517"/>
          </a:xfrm>
        </p:spPr>
        <p:txBody>
          <a:bodyPr lIns="0" tIns="0" rIns="0" bIns="0">
            <a:noAutofit/>
          </a:bodyPr>
          <a:lstStyle>
            <a:lvl1pPr marL="0" indent="0" algn="l">
              <a:buNone/>
              <a:defRPr sz="1800" b="1" i="0">
                <a:solidFill>
                  <a:schemeClr val="bg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7550960"/>
            <a:ext cx="2743200" cy="365125"/>
          </a:xfrm>
        </p:spPr>
        <p:txBody>
          <a:bodyPr/>
          <a:lstStyle/>
          <a:p>
            <a:fld id="{5EA89700-DFB1-4A18-8D37-93514F14DE8F}" type="datetimeFigureOut">
              <a:rPr lang="en-US" smtClean="0"/>
              <a:t>4/24/23</a:t>
            </a:fld>
            <a:endParaRPr lang="en-US"/>
          </a:p>
        </p:txBody>
      </p:sp>
      <p:sp>
        <p:nvSpPr>
          <p:cNvPr id="5" name="Footer Placeholder 4"/>
          <p:cNvSpPr>
            <a:spLocks noGrp="1"/>
          </p:cNvSpPr>
          <p:nvPr>
            <p:ph type="ftr" sz="quarter" idx="11"/>
          </p:nvPr>
        </p:nvSpPr>
        <p:spPr>
          <a:xfrm>
            <a:off x="4038600" y="7550960"/>
            <a:ext cx="4114800" cy="365125"/>
          </a:xfrm>
        </p:spPr>
        <p:txBody>
          <a:body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12"/>
          </p:nvPr>
        </p:nvSpPr>
        <p:spPr>
          <a:xfrm>
            <a:off x="8610600" y="7550960"/>
            <a:ext cx="2743200" cy="365125"/>
          </a:xfrm>
        </p:spPr>
        <p:txBody>
          <a:bodyPr/>
          <a:lstStyle/>
          <a:p>
            <a:fld id="{FB12CDF8-32CE-4E9C-B71D-397F5A61EE24}" type="slidenum">
              <a:rPr lang="en-US" smtClean="0"/>
              <a:t>‹#›</a:t>
            </a:fld>
            <a:endParaRPr lang="en-US"/>
          </a:p>
        </p:txBody>
      </p:sp>
      <p:sp>
        <p:nvSpPr>
          <p:cNvPr id="9" name="Text Placeholder 8"/>
          <p:cNvSpPr>
            <a:spLocks noGrp="1"/>
          </p:cNvSpPr>
          <p:nvPr>
            <p:ph type="body" sz="quarter" idx="13"/>
          </p:nvPr>
        </p:nvSpPr>
        <p:spPr>
          <a:xfrm>
            <a:off x="403122" y="4247375"/>
            <a:ext cx="6153150" cy="309877"/>
          </a:xfrm>
        </p:spPr>
        <p:txBody>
          <a:bodyPr lIns="0" tIns="0" rIns="0" bIns="0">
            <a:noAutofit/>
          </a:bodyPr>
          <a:lstStyle>
            <a:lvl1pPr marL="0" indent="0">
              <a:buNone/>
              <a:defRPr sz="1800" b="1" i="0">
                <a:solidFill>
                  <a:schemeClr val="bg1"/>
                </a:solidFill>
                <a:latin typeface="Arial" panose="020B0604020202020204" pitchFamily="34" charset="0"/>
              </a:defRPr>
            </a:lvl1pPr>
            <a:lvl2pPr>
              <a:defRPr b="0" i="0">
                <a:latin typeface="Arial" panose="020B0604020202020204" pitchFamily="34" charset="0"/>
              </a:defRPr>
            </a:lvl2pPr>
          </a:lstStyle>
          <a:p>
            <a:pPr lvl="0"/>
            <a:r>
              <a:rPr lang="en-US"/>
              <a:t>Click to edit Master text styles</a:t>
            </a:r>
          </a:p>
          <a:p>
            <a:pPr lvl="1"/>
            <a:r>
              <a:rPr lang="en-US"/>
              <a:t>Second level</a:t>
            </a:r>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bwMode="invGray">
          <a:xfrm>
            <a:off x="10790000" y="6397249"/>
            <a:ext cx="924976" cy="176844"/>
          </a:xfrm>
          <a:prstGeom prst="rect">
            <a:avLst/>
          </a:prstGeom>
        </p:spPr>
      </p:pic>
      <p:pic>
        <p:nvPicPr>
          <p:cNvPr id="16" name="Picture 15" descr="Logo&#10;&#10;Description automatically generated">
            <a:extLst>
              <a:ext uri="{FF2B5EF4-FFF2-40B4-BE49-F238E27FC236}">
                <a16:creationId xmlns:a16="http://schemas.microsoft.com/office/drawing/2014/main" id="{2D8DBB96-57CC-8742-BEF5-E27706DE288D}"/>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394488" y="6158705"/>
            <a:ext cx="1283792" cy="457982"/>
          </a:xfrm>
          <a:prstGeom prst="rect">
            <a:avLst/>
          </a:prstGeom>
        </p:spPr>
      </p:pic>
    </p:spTree>
    <p:extLst>
      <p:ext uri="{BB962C8B-B14F-4D97-AF65-F5344CB8AC3E}">
        <p14:creationId xmlns:p14="http://schemas.microsoft.com/office/powerpoint/2010/main" val="763438922"/>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EE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860699"/>
            <a:ext cx="11430000" cy="498598"/>
          </a:xfrm>
          <a:prstGeom prst="rect">
            <a:avLst/>
          </a:prstGeom>
        </p:spPr>
        <p:txBody>
          <a:bodyPr vert="horz" wrap="square" lIns="0" tIns="0" rIns="0" bIns="0" rtlCol="0" anchor="b" anchorCtr="0">
            <a:spAutoFit/>
          </a:bodyPr>
          <a:lstStyle/>
          <a:p>
            <a:r>
              <a:rPr lang="en-US"/>
              <a:t>Click to edit Master title style</a:t>
            </a:r>
          </a:p>
        </p:txBody>
      </p:sp>
      <p:sp>
        <p:nvSpPr>
          <p:cNvPr id="3" name="Text Placeholder 2"/>
          <p:cNvSpPr>
            <a:spLocks noGrp="1"/>
          </p:cNvSpPr>
          <p:nvPr>
            <p:ph type="body" idx="1"/>
          </p:nvPr>
        </p:nvSpPr>
        <p:spPr>
          <a:xfrm>
            <a:off x="381000" y="1799665"/>
            <a:ext cx="11371008" cy="414393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7414187"/>
            <a:ext cx="2743200" cy="365125"/>
          </a:xfrm>
          <a:prstGeom prst="rect">
            <a:avLst/>
          </a:prstGeom>
        </p:spPr>
        <p:txBody>
          <a:bodyPr vert="horz" lIns="91440" tIns="45720" rIns="91440" bIns="45720" rtlCol="0" anchor="ctr"/>
          <a:lstStyle>
            <a:lvl1pPr algn="l">
              <a:defRPr sz="1200" b="1" i="0">
                <a:solidFill>
                  <a:schemeClr val="tx1">
                    <a:tint val="75000"/>
                  </a:schemeClr>
                </a:solidFill>
                <a:latin typeface="Arial" panose="020B0604020202020204" pitchFamily="34" charset="0"/>
              </a:defRPr>
            </a:lvl1pPr>
          </a:lstStyle>
          <a:p>
            <a:fld id="{5EA89700-DFB1-4A18-8D37-93514F14DE8F}" type="datetimeFigureOut">
              <a:rPr lang="en-US" smtClean="0"/>
              <a:pPr/>
              <a:t>4/24/23</a:t>
            </a:fld>
            <a:endParaRPr lang="en-US"/>
          </a:p>
        </p:txBody>
      </p:sp>
      <p:sp>
        <p:nvSpPr>
          <p:cNvPr id="5" name="Footer Placeholder 4"/>
          <p:cNvSpPr>
            <a:spLocks noGrp="1"/>
          </p:cNvSpPr>
          <p:nvPr>
            <p:ph type="ftr" sz="quarter" idx="3"/>
          </p:nvPr>
        </p:nvSpPr>
        <p:spPr>
          <a:xfrm>
            <a:off x="4038600" y="7414187"/>
            <a:ext cx="4114800" cy="365125"/>
          </a:xfrm>
          <a:prstGeom prst="rect">
            <a:avLst/>
          </a:prstGeom>
        </p:spPr>
        <p:txBody>
          <a:bodyPr vert="horz" lIns="91440" tIns="45720" rIns="91440" bIns="45720" rtlCol="0" anchor="ctr"/>
          <a:lstStyle>
            <a:lvl1pPr algn="ctr">
              <a:defRPr sz="1200" b="1" i="0">
                <a:solidFill>
                  <a:schemeClr val="tx1">
                    <a:tint val="75000"/>
                  </a:schemeClr>
                </a:solidFill>
                <a:latin typeface="Arial" panose="020B0604020202020204" pitchFamily="34" charset="0"/>
              </a:defRPr>
            </a:lvl1pPr>
          </a:lstStyle>
          <a:p>
            <a:r>
              <a:rPr lang="en-US"/>
              <a:t>The analysis and results are based on synthetically generated data. This is NOT a reflection of Truist's data.​</a:t>
            </a:r>
          </a:p>
        </p:txBody>
      </p:sp>
      <p:sp>
        <p:nvSpPr>
          <p:cNvPr id="6" name="Slide Number Placeholder 5"/>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b="1" i="0">
                <a:solidFill>
                  <a:schemeClr val="tx1"/>
                </a:solidFill>
                <a:latin typeface="Arial" panose="020B0604020202020204" pitchFamily="34" charset="0"/>
              </a:defRPr>
            </a:lvl1pPr>
          </a:lstStyle>
          <a:p>
            <a:fld id="{FB12CDF8-32CE-4E9C-B71D-397F5A61EE24}" type="slidenum">
              <a:rPr lang="en-US" smtClean="0"/>
              <a:pPr/>
              <a:t>‹#›</a:t>
            </a:fld>
            <a:endParaRPr lang="en-US"/>
          </a:p>
        </p:txBody>
      </p:sp>
      <p:pic>
        <p:nvPicPr>
          <p:cNvPr id="8" name="Picture 7"/>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94488" y="6155667"/>
            <a:ext cx="1274827" cy="456927"/>
          </a:xfrm>
          <a:prstGeom prst="rect">
            <a:avLst/>
          </a:prstGeom>
        </p:spPr>
      </p:pic>
      <p:pic>
        <p:nvPicPr>
          <p:cNvPr id="9" name="Picture 8"/>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789920" y="6400800"/>
            <a:ext cx="923544" cy="176136"/>
          </a:xfrm>
          <a:prstGeom prst="rect">
            <a:avLst/>
          </a:prstGeom>
        </p:spPr>
      </p:pic>
    </p:spTree>
    <p:extLst>
      <p:ext uri="{BB962C8B-B14F-4D97-AF65-F5344CB8AC3E}">
        <p14:creationId xmlns:p14="http://schemas.microsoft.com/office/powerpoint/2010/main" val="3092726942"/>
      </p:ext>
    </p:extLst>
  </p:cSld>
  <p:clrMap bg1="lt1" tx1="dk1" bg2="lt2" tx2="dk2" accent1="accent1" accent2="accent2" accent3="accent3" accent4="accent4" accent5="accent5" accent6="accent6" hlink="hlink" folHlink="folHlink"/>
  <p:sldLayoutIdLst>
    <p:sldLayoutId id="2147483682" r:id="rId1"/>
    <p:sldLayoutId id="2147483705" r:id="rId2"/>
    <p:sldLayoutId id="2147483694" r:id="rId3"/>
    <p:sldLayoutId id="2147483688" r:id="rId4"/>
    <p:sldLayoutId id="2147483683" r:id="rId5"/>
    <p:sldLayoutId id="2147483690" r:id="rId6"/>
    <p:sldLayoutId id="2147483696" r:id="rId7"/>
    <p:sldLayoutId id="2147483684" r:id="rId8"/>
    <p:sldLayoutId id="2147483693" r:id="rId9"/>
    <p:sldLayoutId id="2147483692" r:id="rId10"/>
    <p:sldLayoutId id="2147483695" r:id="rId11"/>
    <p:sldLayoutId id="2147483685" r:id="rId12"/>
    <p:sldLayoutId id="2147483689" r:id="rId13"/>
    <p:sldLayoutId id="2147483691" r:id="rId14"/>
    <p:sldLayoutId id="2147483686" r:id="rId15"/>
    <p:sldLayoutId id="2147483687" r:id="rId16"/>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800"/>
        </a:spcBef>
        <a:buSzPct val="95000"/>
        <a:buFont typeface="Arial" panose="020B0604020202020204" pitchFamily="34" charset="0"/>
        <a:buNone/>
        <a:defRPr sz="2000" b="1" kern="1200">
          <a:solidFill>
            <a:schemeClr val="tx2"/>
          </a:solidFill>
          <a:latin typeface="+mj-lt"/>
          <a:ea typeface="+mn-ea"/>
          <a:cs typeface="+mn-cs"/>
        </a:defRPr>
      </a:lvl1pPr>
      <a:lvl2pPr marL="233363" indent="-233363" algn="l" defTabSz="914400" rtl="0" eaLnBrk="1" latinLnBrk="0" hangingPunct="1">
        <a:lnSpc>
          <a:spcPct val="100000"/>
        </a:lnSpc>
        <a:spcBef>
          <a:spcPts val="1800"/>
        </a:spcBef>
        <a:buFont typeface="Arial" panose="020B0604020202020204" pitchFamily="34" charset="0"/>
        <a:buChar char="•"/>
        <a:defRPr sz="1800" kern="1200">
          <a:solidFill>
            <a:schemeClr val="tx1"/>
          </a:solidFill>
          <a:latin typeface="+mj-lt"/>
          <a:ea typeface="+mn-ea"/>
          <a:cs typeface="+mn-cs"/>
        </a:defRPr>
      </a:lvl2pPr>
      <a:lvl3pPr marL="690563" indent="-233363" algn="l" defTabSz="914400" rtl="0" eaLnBrk="1" latinLnBrk="0" hangingPunct="1">
        <a:lnSpc>
          <a:spcPct val="100000"/>
        </a:lnSpc>
        <a:spcBef>
          <a:spcPts val="1800"/>
        </a:spcBef>
        <a:buFont typeface="Palatino" pitchFamily="2" charset="0"/>
        <a:buChar char="–"/>
        <a:defRPr sz="1600" i="0" kern="1200">
          <a:solidFill>
            <a:schemeClr val="tx1"/>
          </a:solidFill>
          <a:latin typeface="+mj-lt"/>
          <a:ea typeface="+mn-ea"/>
          <a:cs typeface="+mn-cs"/>
        </a:defRPr>
      </a:lvl3pPr>
      <a:lvl4pPr marL="1147763" indent="-233363" algn="l" defTabSz="914400" rtl="0" eaLnBrk="1" latinLnBrk="0" hangingPunct="1">
        <a:lnSpc>
          <a:spcPct val="100000"/>
        </a:lnSpc>
        <a:spcBef>
          <a:spcPts val="1800"/>
        </a:spcBef>
        <a:buFont typeface="Arial" panose="020B0604020202020204" pitchFamily="34" charset="0"/>
        <a:buChar char="•"/>
        <a:defRPr sz="1600" i="1" kern="1200">
          <a:solidFill>
            <a:schemeClr val="tx1"/>
          </a:solidFill>
          <a:latin typeface="+mj-lt"/>
          <a:ea typeface="+mn-ea"/>
          <a:cs typeface="+mn-cs"/>
        </a:defRPr>
      </a:lvl4pPr>
      <a:lvl5pPr marL="1604963" indent="-233363" algn="l" defTabSz="914400" rtl="0" eaLnBrk="1" latinLnBrk="0" hangingPunct="1">
        <a:lnSpc>
          <a:spcPct val="100000"/>
        </a:lnSpc>
        <a:spcBef>
          <a:spcPts val="1800"/>
        </a:spcBef>
        <a:buFont typeface="Palatino" pitchFamily="2"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72" userDrawn="1">
          <p15:clr>
            <a:srgbClr val="F26B43"/>
          </p15:clr>
        </p15:guide>
        <p15:guide id="2" pos="3840" userDrawn="1">
          <p15:clr>
            <a:srgbClr val="F26B43"/>
          </p15:clr>
        </p15:guide>
        <p15:guide id="3" orient="horz" pos="936" userDrawn="1">
          <p15:clr>
            <a:srgbClr val="F26B43"/>
          </p15:clr>
        </p15:guide>
        <p15:guide id="4" orient="horz" pos="2160" userDrawn="1">
          <p15:clr>
            <a:srgbClr val="F26B43"/>
          </p15:clr>
        </p15:guide>
        <p15:guide id="5" orient="horz" pos="984" userDrawn="1">
          <p15:clr>
            <a:srgbClr val="F26B43"/>
          </p15:clr>
        </p15:guide>
        <p15:guide id="6" orient="horz" pos="3744" userDrawn="1">
          <p15:clr>
            <a:srgbClr val="F26B43"/>
          </p15:clr>
        </p15:guide>
        <p15:guide id="7" orient="horz" pos="1128" userDrawn="1">
          <p15:clr>
            <a:srgbClr val="F26B43"/>
          </p15:clr>
        </p15:guide>
        <p15:guide id="8" pos="7440" userDrawn="1">
          <p15:clr>
            <a:srgbClr val="F26B43"/>
          </p15:clr>
        </p15:guide>
        <p15:guide id="9" pos="2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58860-8DAB-0B7F-C444-EDCCCD996D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FD6D85-D028-0EB4-E1A2-9D3EB5CB6D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816F9-01B8-381A-1833-D3EC8D234B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03BA8B-1434-4B6D-AC7F-8FACA0B2A2E6}" type="datetimeFigureOut">
              <a:rPr lang="en-US" smtClean="0"/>
              <a:t>4/24/23</a:t>
            </a:fld>
            <a:endParaRPr lang="en-US"/>
          </a:p>
        </p:txBody>
      </p:sp>
      <p:sp>
        <p:nvSpPr>
          <p:cNvPr id="5" name="Footer Placeholder 4">
            <a:extLst>
              <a:ext uri="{FF2B5EF4-FFF2-40B4-BE49-F238E27FC236}">
                <a16:creationId xmlns:a16="http://schemas.microsoft.com/office/drawing/2014/main" id="{AC85FCB7-9B5C-9B44-5646-D2217E43F4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The analysis and results are based on synthetically generated data. This is NOT a reflection of Truist's data.​</a:t>
            </a:r>
          </a:p>
        </p:txBody>
      </p:sp>
      <p:sp>
        <p:nvSpPr>
          <p:cNvPr id="6" name="Slide Number Placeholder 5">
            <a:extLst>
              <a:ext uri="{FF2B5EF4-FFF2-40B4-BE49-F238E27FC236}">
                <a16:creationId xmlns:a16="http://schemas.microsoft.com/office/drawing/2014/main" id="{BDEE5D4B-9EBB-E60C-9BDF-6E43AF7483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2B2F86-B0C4-4A06-AE51-35F6B9C6B46D}" type="slidenum">
              <a:rPr lang="en-US" smtClean="0"/>
              <a:t>‹#›</a:t>
            </a:fld>
            <a:endParaRPr lang="en-US"/>
          </a:p>
        </p:txBody>
      </p:sp>
    </p:spTree>
    <p:extLst>
      <p:ext uri="{BB962C8B-B14F-4D97-AF65-F5344CB8AC3E}">
        <p14:creationId xmlns:p14="http://schemas.microsoft.com/office/powerpoint/2010/main" val="35002837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jpeg"/><Relationship Id="rId1" Type="http://schemas.openxmlformats.org/officeDocument/2006/relationships/slideLayout" Target="../slideLayouts/slideLayout1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54.png"/><Relationship Id="rId5" Type="http://schemas.openxmlformats.org/officeDocument/2006/relationships/image" Target="../media/image50.png"/><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3.png"/><Relationship Id="rId1" Type="http://schemas.openxmlformats.org/officeDocument/2006/relationships/slideLayout" Target="../slideLayouts/slideLayout12.xml"/><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6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21" y="262852"/>
            <a:ext cx="12124158" cy="2387600"/>
          </a:xfrm>
        </p:spPr>
        <p:txBody>
          <a:bodyPr/>
          <a:lstStyle/>
          <a:p>
            <a:pPr algn="ctr">
              <a:lnSpc>
                <a:spcPct val="100000"/>
              </a:lnSpc>
            </a:pPr>
            <a:r>
              <a:rPr lang="en-US" sz="4000" dirty="0">
                <a:latin typeface="Arial"/>
                <a:cs typeface="Arial"/>
              </a:rPr>
              <a:t>Stock Price Forecasting and Risk Estimation</a:t>
            </a:r>
            <a:br>
              <a:rPr lang="en-US" sz="4000" dirty="0">
                <a:latin typeface="Arial"/>
                <a:cs typeface="Arial"/>
              </a:rPr>
            </a:br>
            <a:r>
              <a:rPr lang="en-US" sz="2000" dirty="0">
                <a:latin typeface="Arial"/>
                <a:cs typeface="Arial"/>
              </a:rPr>
              <a:t> </a:t>
            </a:r>
            <a:br>
              <a:rPr lang="en-US" sz="4000" dirty="0">
                <a:latin typeface="Arial"/>
                <a:cs typeface="Arial"/>
              </a:rPr>
            </a:br>
            <a:r>
              <a:rPr lang="en-US" sz="1200" dirty="0">
                <a:latin typeface="Arial"/>
                <a:cs typeface="Arial"/>
              </a:rPr>
              <a:t> </a:t>
            </a:r>
            <a:br>
              <a:rPr lang="en-US" dirty="0"/>
            </a:br>
            <a:r>
              <a:rPr lang="en-US" sz="3600" dirty="0">
                <a:latin typeface="Arial"/>
                <a:cs typeface="Arial"/>
              </a:rPr>
              <a:t>TEAM 5</a:t>
            </a:r>
            <a:endParaRPr lang="en-US" dirty="0">
              <a:cs typeface="Arial" panose="020B0604020202020204" pitchFamily="34" charset="0"/>
            </a:endParaRPr>
          </a:p>
        </p:txBody>
      </p:sp>
      <p:sp>
        <p:nvSpPr>
          <p:cNvPr id="7" name="Text Placeholder 6"/>
          <p:cNvSpPr>
            <a:spLocks noGrp="1"/>
          </p:cNvSpPr>
          <p:nvPr>
            <p:ph type="body" sz="quarter" idx="13"/>
          </p:nvPr>
        </p:nvSpPr>
        <p:spPr>
          <a:xfrm>
            <a:off x="250722" y="5328461"/>
            <a:ext cx="6153150" cy="309877"/>
          </a:xfrm>
        </p:spPr>
        <p:txBody>
          <a:bodyPr vert="horz" lIns="0" tIns="0" rIns="0" bIns="0" rtlCol="0" anchor="t">
            <a:noAutofit/>
          </a:bodyPr>
          <a:lstStyle/>
          <a:p>
            <a:r>
              <a:rPr lang="en-US">
                <a:latin typeface="Arial"/>
                <a:cs typeface="Arial"/>
              </a:rPr>
              <a:t>April 19th, 2023</a:t>
            </a:r>
          </a:p>
          <a:p>
            <a:endParaRPr lang="en-US"/>
          </a:p>
        </p:txBody>
      </p:sp>
      <p:sp>
        <p:nvSpPr>
          <p:cNvPr id="6" name="Slide Number Placeholder 5">
            <a:extLst>
              <a:ext uri="{FF2B5EF4-FFF2-40B4-BE49-F238E27FC236}">
                <a16:creationId xmlns:a16="http://schemas.microsoft.com/office/drawing/2014/main" id="{D560C62B-A36D-6ABE-3EFD-D6DB4F4C2220}"/>
              </a:ext>
            </a:extLst>
          </p:cNvPr>
          <p:cNvSpPr>
            <a:spLocks noGrp="1"/>
          </p:cNvSpPr>
          <p:nvPr>
            <p:ph type="sldNum" sz="quarter" idx="12"/>
          </p:nvPr>
        </p:nvSpPr>
        <p:spPr/>
        <p:txBody>
          <a:bodyPr/>
          <a:lstStyle/>
          <a:p>
            <a:fld id="{FB12CDF8-32CE-4E9C-B71D-397F5A61EE24}" type="slidenum">
              <a:rPr lang="en-US" smtClean="0"/>
              <a:t>1</a:t>
            </a:fld>
            <a:endParaRPr lang="en-US"/>
          </a:p>
        </p:txBody>
      </p:sp>
      <p:sp>
        <p:nvSpPr>
          <p:cNvPr id="4" name="Footer Placeholder 3">
            <a:extLst>
              <a:ext uri="{FF2B5EF4-FFF2-40B4-BE49-F238E27FC236}">
                <a16:creationId xmlns:a16="http://schemas.microsoft.com/office/drawing/2014/main" id="{90983CAB-24D1-CB35-1D0B-C7707F2BFF3B}"/>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5" name="Rectangle 4">
            <a:extLst>
              <a:ext uri="{FF2B5EF4-FFF2-40B4-BE49-F238E27FC236}">
                <a16:creationId xmlns:a16="http://schemas.microsoft.com/office/drawing/2014/main" id="{86DA3BA0-8F66-4951-9C1A-284CBD5AF07E}"/>
              </a:ext>
            </a:extLst>
          </p:cNvPr>
          <p:cNvSpPr/>
          <p:nvPr/>
        </p:nvSpPr>
        <p:spPr>
          <a:xfrm>
            <a:off x="250722" y="3161714"/>
            <a:ext cx="2820003" cy="1938992"/>
          </a:xfrm>
          <a:prstGeom prst="rect">
            <a:avLst/>
          </a:prstGeom>
        </p:spPr>
        <p:txBody>
          <a:bodyPr wrap="none">
            <a:spAutoFit/>
          </a:bodyPr>
          <a:lstStyle/>
          <a:p>
            <a:r>
              <a:rPr lang="en-US" sz="2400" b="1">
                <a:solidFill>
                  <a:schemeClr val="bg1"/>
                </a:solidFill>
                <a:latin typeface="Arial"/>
                <a:cs typeface="Arial"/>
              </a:rPr>
              <a:t>Team Members</a:t>
            </a:r>
          </a:p>
          <a:p>
            <a:r>
              <a:rPr lang="en-US" sz="2400" b="1" err="1">
                <a:solidFill>
                  <a:schemeClr val="bg1"/>
                </a:solidFill>
                <a:latin typeface="Arial"/>
                <a:cs typeface="Arial"/>
              </a:rPr>
              <a:t>Huaqian</a:t>
            </a:r>
            <a:r>
              <a:rPr lang="en-US" sz="2400" b="1">
                <a:solidFill>
                  <a:schemeClr val="bg1"/>
                </a:solidFill>
                <a:latin typeface="Arial"/>
                <a:cs typeface="Arial"/>
              </a:rPr>
              <a:t> Yuan</a:t>
            </a:r>
          </a:p>
          <a:p>
            <a:r>
              <a:rPr lang="en-US" sz="2400" b="1" err="1">
                <a:solidFill>
                  <a:schemeClr val="bg1"/>
                </a:solidFill>
                <a:latin typeface="Arial"/>
                <a:cs typeface="Arial"/>
              </a:rPr>
              <a:t>Jongtaek</a:t>
            </a:r>
            <a:r>
              <a:rPr lang="en-US" sz="2400" b="1">
                <a:solidFill>
                  <a:schemeClr val="bg1"/>
                </a:solidFill>
                <a:latin typeface="Arial"/>
                <a:cs typeface="Arial"/>
              </a:rPr>
              <a:t> Lee</a:t>
            </a:r>
          </a:p>
          <a:p>
            <a:r>
              <a:rPr lang="en-US" sz="2400" b="1">
                <a:solidFill>
                  <a:schemeClr val="bg1"/>
                </a:solidFill>
                <a:latin typeface="Arial"/>
                <a:cs typeface="Arial"/>
              </a:rPr>
              <a:t>Ashley </a:t>
            </a:r>
            <a:r>
              <a:rPr lang="en-US" sz="2400" b="1" err="1">
                <a:solidFill>
                  <a:schemeClr val="bg1"/>
                </a:solidFill>
                <a:latin typeface="Arial"/>
                <a:cs typeface="Arial"/>
              </a:rPr>
              <a:t>Rabanales</a:t>
            </a:r>
            <a:endParaRPr lang="en-US" sz="2400" b="1">
              <a:solidFill>
                <a:schemeClr val="bg1"/>
              </a:solidFill>
              <a:latin typeface="Arial"/>
              <a:cs typeface="Arial"/>
            </a:endParaRPr>
          </a:p>
          <a:p>
            <a:r>
              <a:rPr lang="en-US" altLang="zh-CN" sz="2400" b="1">
                <a:solidFill>
                  <a:schemeClr val="bg1"/>
                </a:solidFill>
                <a:latin typeface="Arial"/>
                <a:cs typeface="Arial"/>
              </a:rPr>
              <a:t>Jiawei Tang</a:t>
            </a:r>
          </a:p>
        </p:txBody>
      </p:sp>
    </p:spTree>
    <p:extLst>
      <p:ext uri="{BB962C8B-B14F-4D97-AF65-F5344CB8AC3E}">
        <p14:creationId xmlns:p14="http://schemas.microsoft.com/office/powerpoint/2010/main" val="1467182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DECB8-857E-160F-108B-697BEB2BA2E2}"/>
              </a:ext>
            </a:extLst>
          </p:cNvPr>
          <p:cNvSpPr>
            <a:spLocks noGrp="1"/>
          </p:cNvSpPr>
          <p:nvPr>
            <p:ph type="title"/>
          </p:nvPr>
        </p:nvSpPr>
        <p:spPr>
          <a:xfrm>
            <a:off x="381000" y="860699"/>
            <a:ext cx="11430000" cy="498598"/>
          </a:xfrm>
        </p:spPr>
        <p:txBody>
          <a:bodyPr wrap="square" anchor="b">
            <a:normAutofit/>
          </a:bodyPr>
          <a:lstStyle/>
          <a:p>
            <a:r>
              <a:rPr lang="en-US"/>
              <a:t>Agenda:</a:t>
            </a:r>
          </a:p>
        </p:txBody>
      </p:sp>
      <p:graphicFrame>
        <p:nvGraphicFramePr>
          <p:cNvPr id="5" name="Content Placeholder 2">
            <a:extLst>
              <a:ext uri="{FF2B5EF4-FFF2-40B4-BE49-F238E27FC236}">
                <a16:creationId xmlns:a16="http://schemas.microsoft.com/office/drawing/2014/main" id="{E120AC39-A5C6-1FBD-CA30-B226F7958CAB}"/>
              </a:ext>
            </a:extLst>
          </p:cNvPr>
          <p:cNvGraphicFramePr>
            <a:graphicFrameLocks noGrp="1"/>
          </p:cNvGraphicFramePr>
          <p:nvPr>
            <p:ph idx="1"/>
            <p:extLst>
              <p:ext uri="{D42A27DB-BD31-4B8C-83A1-F6EECF244321}">
                <p14:modId xmlns:p14="http://schemas.microsoft.com/office/powerpoint/2010/main" val="3878532654"/>
              </p:ext>
            </p:extLst>
          </p:nvPr>
        </p:nvGraphicFramePr>
        <p:xfrm>
          <a:off x="381000" y="1788326"/>
          <a:ext cx="11430000" cy="41732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Graphic 3" descr="Research with solid fill">
            <a:extLst>
              <a:ext uri="{FF2B5EF4-FFF2-40B4-BE49-F238E27FC236}">
                <a16:creationId xmlns:a16="http://schemas.microsoft.com/office/drawing/2014/main" id="{C23C44E5-69A4-F8C0-1254-3924EEC6FC5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5408" y="2609592"/>
            <a:ext cx="457200" cy="457200"/>
          </a:xfrm>
          <a:prstGeom prst="rect">
            <a:avLst/>
          </a:prstGeom>
        </p:spPr>
      </p:pic>
      <p:sp>
        <p:nvSpPr>
          <p:cNvPr id="63" name="Slide Number Placeholder 62">
            <a:extLst>
              <a:ext uri="{FF2B5EF4-FFF2-40B4-BE49-F238E27FC236}">
                <a16:creationId xmlns:a16="http://schemas.microsoft.com/office/drawing/2014/main" id="{53500AFA-92E1-E03A-C97F-8B97DED7F855}"/>
              </a:ext>
            </a:extLst>
          </p:cNvPr>
          <p:cNvSpPr>
            <a:spLocks noGrp="1"/>
          </p:cNvSpPr>
          <p:nvPr>
            <p:ph type="sldNum" sz="quarter" idx="12"/>
          </p:nvPr>
        </p:nvSpPr>
        <p:spPr/>
        <p:txBody>
          <a:bodyPr/>
          <a:lstStyle/>
          <a:p>
            <a:fld id="{FB12CDF8-32CE-4E9C-B71D-397F5A61EE24}" type="slidenum">
              <a:rPr lang="en-US" smtClean="0"/>
              <a:t>2</a:t>
            </a:fld>
            <a:endParaRPr lang="en-US"/>
          </a:p>
        </p:txBody>
      </p:sp>
      <p:sp>
        <p:nvSpPr>
          <p:cNvPr id="62" name="Footer Placeholder 61">
            <a:extLst>
              <a:ext uri="{FF2B5EF4-FFF2-40B4-BE49-F238E27FC236}">
                <a16:creationId xmlns:a16="http://schemas.microsoft.com/office/drawing/2014/main" id="{50021515-F34D-7F8F-059E-83D3BC19BF5B}"/>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Tree>
    <p:extLst>
      <p:ext uri="{BB962C8B-B14F-4D97-AF65-F5344CB8AC3E}">
        <p14:creationId xmlns:p14="http://schemas.microsoft.com/office/powerpoint/2010/main" val="3242023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4F1D-4ECF-3539-ECD7-E9C9D2D8B8F8}"/>
              </a:ext>
            </a:extLst>
          </p:cNvPr>
          <p:cNvSpPr>
            <a:spLocks noGrp="1"/>
          </p:cNvSpPr>
          <p:nvPr>
            <p:ph type="title"/>
          </p:nvPr>
        </p:nvSpPr>
        <p:spPr>
          <a:xfrm>
            <a:off x="4017818" y="1538406"/>
            <a:ext cx="4156364" cy="3323987"/>
          </a:xfrm>
        </p:spPr>
        <p:txBody>
          <a:bodyPr/>
          <a:lstStyle/>
          <a:p>
            <a:pPr lvl="0">
              <a:lnSpc>
                <a:spcPct val="100000"/>
              </a:lnSpc>
            </a:pPr>
            <a:r>
              <a:rPr lang="en-US" sz="5400"/>
              <a:t>Problem Statement and Objective</a:t>
            </a:r>
          </a:p>
        </p:txBody>
      </p:sp>
      <p:sp>
        <p:nvSpPr>
          <p:cNvPr id="4" name="Slide Number Placeholder 3">
            <a:extLst>
              <a:ext uri="{FF2B5EF4-FFF2-40B4-BE49-F238E27FC236}">
                <a16:creationId xmlns:a16="http://schemas.microsoft.com/office/drawing/2014/main" id="{55B1D080-681E-0AED-E8CA-C6B46F9858BD}"/>
              </a:ext>
            </a:extLst>
          </p:cNvPr>
          <p:cNvSpPr>
            <a:spLocks noGrp="1"/>
          </p:cNvSpPr>
          <p:nvPr>
            <p:ph type="sldNum" sz="quarter" idx="12"/>
          </p:nvPr>
        </p:nvSpPr>
        <p:spPr/>
        <p:txBody>
          <a:bodyPr/>
          <a:lstStyle/>
          <a:p>
            <a:fld id="{FB12CDF8-32CE-4E9C-B71D-397F5A61EE24}" type="slidenum">
              <a:rPr lang="en-US" smtClean="0"/>
              <a:t>3</a:t>
            </a:fld>
            <a:endParaRPr lang="en-US"/>
          </a:p>
        </p:txBody>
      </p:sp>
      <p:sp>
        <p:nvSpPr>
          <p:cNvPr id="3" name="Footer Placeholder 2">
            <a:extLst>
              <a:ext uri="{FF2B5EF4-FFF2-40B4-BE49-F238E27FC236}">
                <a16:creationId xmlns:a16="http://schemas.microsoft.com/office/drawing/2014/main" id="{57940E86-DC9B-94B2-56F3-34E3CE3FC9EF}"/>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Tree>
    <p:extLst>
      <p:ext uri="{BB962C8B-B14F-4D97-AF65-F5344CB8AC3E}">
        <p14:creationId xmlns:p14="http://schemas.microsoft.com/office/powerpoint/2010/main" val="3013132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5652CE-86C4-161E-F1C8-81C838B18C08}"/>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3" name="Slide Number Placeholder 2">
            <a:extLst>
              <a:ext uri="{FF2B5EF4-FFF2-40B4-BE49-F238E27FC236}">
                <a16:creationId xmlns:a16="http://schemas.microsoft.com/office/drawing/2014/main" id="{C1DE9CC5-C01F-2413-1116-80C44C4C99C6}"/>
              </a:ext>
            </a:extLst>
          </p:cNvPr>
          <p:cNvSpPr>
            <a:spLocks noGrp="1"/>
          </p:cNvSpPr>
          <p:nvPr>
            <p:ph type="sldNum" sz="quarter" idx="12"/>
          </p:nvPr>
        </p:nvSpPr>
        <p:spPr/>
        <p:txBody>
          <a:bodyPr/>
          <a:lstStyle/>
          <a:p>
            <a:fld id="{FB12CDF8-32CE-4E9C-B71D-397F5A61EE24}" type="slidenum">
              <a:rPr lang="en-US" smtClean="0"/>
              <a:t>4</a:t>
            </a:fld>
            <a:endParaRPr lang="en-US"/>
          </a:p>
        </p:txBody>
      </p:sp>
      <p:sp>
        <p:nvSpPr>
          <p:cNvPr id="4" name="TextBox 3">
            <a:extLst>
              <a:ext uri="{FF2B5EF4-FFF2-40B4-BE49-F238E27FC236}">
                <a16:creationId xmlns:a16="http://schemas.microsoft.com/office/drawing/2014/main" id="{06A978D6-4917-D319-8DD1-5F687C1CDBA5}"/>
              </a:ext>
            </a:extLst>
          </p:cNvPr>
          <p:cNvSpPr txBox="1"/>
          <p:nvPr/>
        </p:nvSpPr>
        <p:spPr>
          <a:xfrm>
            <a:off x="895585" y="500474"/>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200" b="1">
              <a:solidFill>
                <a:srgbClr val="0039A6"/>
              </a:solidFill>
              <a:cs typeface="Arial"/>
            </a:endParaRPr>
          </a:p>
        </p:txBody>
      </p:sp>
      <p:sp>
        <p:nvSpPr>
          <p:cNvPr id="5" name="TextBox 4">
            <a:extLst>
              <a:ext uri="{FF2B5EF4-FFF2-40B4-BE49-F238E27FC236}">
                <a16:creationId xmlns:a16="http://schemas.microsoft.com/office/drawing/2014/main" id="{8F133B5C-035D-7224-7A3B-7FCA30946B3D}"/>
              </a:ext>
            </a:extLst>
          </p:cNvPr>
          <p:cNvSpPr txBox="1"/>
          <p:nvPr/>
        </p:nvSpPr>
        <p:spPr>
          <a:xfrm>
            <a:off x="820326" y="688622"/>
            <a:ext cx="84911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0039A6"/>
                </a:solidFill>
                <a:latin typeface="Times New Roman"/>
                <a:cs typeface="Times New Roman"/>
              </a:rPr>
              <a:t>Problem Statement &amp; Objective</a:t>
            </a:r>
            <a:endParaRPr lang="en-US" sz="3200">
              <a:solidFill>
                <a:srgbClr val="0039A6"/>
              </a:solidFill>
              <a:latin typeface="Times New Roman"/>
              <a:cs typeface="Times New Roman"/>
            </a:endParaRPr>
          </a:p>
        </p:txBody>
      </p:sp>
      <p:sp>
        <p:nvSpPr>
          <p:cNvPr id="6" name="TextBox 5">
            <a:extLst>
              <a:ext uri="{FF2B5EF4-FFF2-40B4-BE49-F238E27FC236}">
                <a16:creationId xmlns:a16="http://schemas.microsoft.com/office/drawing/2014/main" id="{6929E0D8-BF6F-26A9-E1DE-B1CE45943708}"/>
              </a:ext>
            </a:extLst>
          </p:cNvPr>
          <p:cNvSpPr txBox="1"/>
          <p:nvPr/>
        </p:nvSpPr>
        <p:spPr>
          <a:xfrm>
            <a:off x="792104" y="2146772"/>
            <a:ext cx="107865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solidFill>
                <a:srgbClr val="404041"/>
              </a:solidFill>
              <a:latin typeface="Times New Roman"/>
              <a:cs typeface="Arial"/>
            </a:endParaRPr>
          </a:p>
        </p:txBody>
      </p:sp>
      <p:sp>
        <p:nvSpPr>
          <p:cNvPr id="7" name="TextBox 6">
            <a:extLst>
              <a:ext uri="{FF2B5EF4-FFF2-40B4-BE49-F238E27FC236}">
                <a16:creationId xmlns:a16="http://schemas.microsoft.com/office/drawing/2014/main" id="{7E85D9DE-088D-3A23-F69F-080E1459FE2A}"/>
              </a:ext>
            </a:extLst>
          </p:cNvPr>
          <p:cNvSpPr txBox="1"/>
          <p:nvPr/>
        </p:nvSpPr>
        <p:spPr>
          <a:xfrm>
            <a:off x="763882" y="346380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atin typeface="Times New Roman"/>
              <a:cs typeface="Arial"/>
            </a:endParaRPr>
          </a:p>
        </p:txBody>
      </p:sp>
      <p:sp>
        <p:nvSpPr>
          <p:cNvPr id="8" name="TextBox 7">
            <a:extLst>
              <a:ext uri="{FF2B5EF4-FFF2-40B4-BE49-F238E27FC236}">
                <a16:creationId xmlns:a16="http://schemas.microsoft.com/office/drawing/2014/main" id="{65ADC8AD-8725-7728-D917-D6E0BEC5153A}"/>
              </a:ext>
            </a:extLst>
          </p:cNvPr>
          <p:cNvSpPr txBox="1"/>
          <p:nvPr/>
        </p:nvSpPr>
        <p:spPr>
          <a:xfrm>
            <a:off x="792104" y="290876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atin typeface="Times New Roman"/>
              <a:cs typeface="Times New Roman"/>
            </a:endParaRPr>
          </a:p>
        </p:txBody>
      </p:sp>
      <p:sp>
        <p:nvSpPr>
          <p:cNvPr id="9" name="TextBox 8">
            <a:extLst>
              <a:ext uri="{FF2B5EF4-FFF2-40B4-BE49-F238E27FC236}">
                <a16:creationId xmlns:a16="http://schemas.microsoft.com/office/drawing/2014/main" id="{4BC793CA-9BC1-B84A-3ABC-D4E16A1DC9AA}"/>
              </a:ext>
            </a:extLst>
          </p:cNvPr>
          <p:cNvSpPr txBox="1"/>
          <p:nvPr/>
        </p:nvSpPr>
        <p:spPr>
          <a:xfrm>
            <a:off x="848548" y="4169363"/>
            <a:ext cx="49915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solidFill>
                <a:srgbClr val="374151"/>
              </a:solidFill>
              <a:latin typeface="Times New Roman"/>
              <a:cs typeface="Arial"/>
            </a:endParaRPr>
          </a:p>
        </p:txBody>
      </p:sp>
      <p:sp>
        <p:nvSpPr>
          <p:cNvPr id="10" name="TextBox 9">
            <a:extLst>
              <a:ext uri="{FF2B5EF4-FFF2-40B4-BE49-F238E27FC236}">
                <a16:creationId xmlns:a16="http://schemas.microsoft.com/office/drawing/2014/main" id="{E86E3BE5-8FAF-7165-5B2F-73C962F49EFE}"/>
              </a:ext>
            </a:extLst>
          </p:cNvPr>
          <p:cNvSpPr txBox="1"/>
          <p:nvPr/>
        </p:nvSpPr>
        <p:spPr>
          <a:xfrm>
            <a:off x="820326" y="4950178"/>
            <a:ext cx="46152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solidFill>
                <a:srgbClr val="374151"/>
              </a:solidFill>
              <a:latin typeface="Times New Roman"/>
              <a:cs typeface="Arial"/>
            </a:endParaRPr>
          </a:p>
        </p:txBody>
      </p:sp>
      <p:sp>
        <p:nvSpPr>
          <p:cNvPr id="11" name="TextBox 10">
            <a:extLst>
              <a:ext uri="{FF2B5EF4-FFF2-40B4-BE49-F238E27FC236}">
                <a16:creationId xmlns:a16="http://schemas.microsoft.com/office/drawing/2014/main" id="{15712C33-C1F2-9127-F093-7167E3567F9D}"/>
              </a:ext>
            </a:extLst>
          </p:cNvPr>
          <p:cNvSpPr txBox="1"/>
          <p:nvPr/>
        </p:nvSpPr>
        <p:spPr>
          <a:xfrm>
            <a:off x="716844" y="1756996"/>
            <a:ext cx="10758311" cy="67556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b="1">
                <a:latin typeface="Times New Roman"/>
              </a:rPr>
              <a:t>Background</a:t>
            </a:r>
            <a:r>
              <a:rPr lang="en-US">
                <a:latin typeface="Times New Roman"/>
              </a:rPr>
              <a:t>: </a:t>
            </a:r>
            <a:r>
              <a:rPr lang="en-US">
                <a:latin typeface="Times New Roman"/>
                <a:ea typeface="+mn-lt"/>
                <a:cs typeface="Times New Roman"/>
              </a:rPr>
              <a:t>I</a:t>
            </a:r>
            <a:r>
              <a:rPr lang="en-US">
                <a:latin typeface="Times New Roman"/>
                <a:ea typeface="+mn-lt"/>
                <a:cs typeface="+mn-lt"/>
              </a:rPr>
              <a:t>nvestors are always looking for ways to maximize their returns while minimizing their risks. Accurate prediction of future stock prices and estimation of risk measures are crucial for making informed investment decisions. </a:t>
            </a:r>
            <a:endParaRPr lang="en-US">
              <a:latin typeface="Times New Roman"/>
              <a:cs typeface="Arial"/>
            </a:endParaRPr>
          </a:p>
          <a:p>
            <a:pPr marL="285750" indent="-285750">
              <a:lnSpc>
                <a:spcPct val="150000"/>
              </a:lnSpc>
              <a:buFont typeface="Arial"/>
              <a:buChar char="•"/>
            </a:pPr>
            <a:endParaRPr lang="en-US">
              <a:solidFill>
                <a:srgbClr val="404041"/>
              </a:solidFill>
              <a:latin typeface="Times New Roman"/>
              <a:cs typeface="Times New Roman"/>
            </a:endParaRPr>
          </a:p>
          <a:p>
            <a:pPr marL="285750" indent="-285750">
              <a:lnSpc>
                <a:spcPct val="150000"/>
              </a:lnSpc>
              <a:buFont typeface="Arial"/>
              <a:buChar char="•"/>
            </a:pPr>
            <a:r>
              <a:rPr lang="en-US" b="1">
                <a:solidFill>
                  <a:srgbClr val="404041"/>
                </a:solidFill>
                <a:latin typeface="Times New Roman"/>
                <a:cs typeface="Times New Roman"/>
              </a:rPr>
              <a:t>Data</a:t>
            </a:r>
            <a:r>
              <a:rPr lang="en-US">
                <a:solidFill>
                  <a:srgbClr val="404041"/>
                </a:solidFill>
                <a:latin typeface="Times New Roman"/>
                <a:cs typeface="Times New Roman"/>
              </a:rPr>
              <a:t>: historical stock prices data  in IT, automotive and banking sectors.</a:t>
            </a:r>
            <a:endParaRPr lang="en-US">
              <a:cs typeface="Arial" panose="020B0604020202020204"/>
            </a:endParaRPr>
          </a:p>
          <a:p>
            <a:pPr marL="285750" indent="-285750">
              <a:lnSpc>
                <a:spcPct val="150000"/>
              </a:lnSpc>
              <a:buFont typeface="Arial"/>
              <a:buChar char="•"/>
            </a:pPr>
            <a:endParaRPr lang="en-US">
              <a:solidFill>
                <a:srgbClr val="404041"/>
              </a:solidFill>
              <a:latin typeface="Times New Roman"/>
              <a:cs typeface="Times New Roman"/>
            </a:endParaRPr>
          </a:p>
          <a:p>
            <a:pPr marL="285750" indent="-285750">
              <a:lnSpc>
                <a:spcPct val="150000"/>
              </a:lnSpc>
              <a:buFont typeface="Arial"/>
              <a:buChar char="•"/>
            </a:pPr>
            <a:r>
              <a:rPr lang="en-US" b="1">
                <a:latin typeface="Times New Roman"/>
                <a:cs typeface="Times New Roman"/>
              </a:rPr>
              <a:t>Aim</a:t>
            </a:r>
            <a:r>
              <a:rPr lang="en-US">
                <a:latin typeface="Times New Roman"/>
                <a:cs typeface="Times New Roman"/>
              </a:rPr>
              <a:t>: </a:t>
            </a:r>
            <a:r>
              <a:rPr lang="en-US">
                <a:solidFill>
                  <a:srgbClr val="374151"/>
                </a:solidFill>
                <a:latin typeface="Times New Roman"/>
                <a:ea typeface="+mn-lt"/>
                <a:cs typeface="+mn-lt"/>
              </a:rPr>
              <a:t>Develop effective and robust models and techniques for stock price forecasting and risk measures estimation that can provide accurate and reliable predictions and help investors make informed decisions.</a:t>
            </a:r>
            <a:endParaRPr lang="en-US">
              <a:latin typeface="Times New Roman"/>
              <a:cs typeface="Times New Roman"/>
            </a:endParaRPr>
          </a:p>
          <a:p>
            <a:pPr marL="285750" indent="-285750">
              <a:lnSpc>
                <a:spcPct val="150000"/>
              </a:lnSpc>
              <a:buFont typeface="Arial"/>
              <a:buChar char="•"/>
            </a:pPr>
            <a:endParaRPr lang="en-US">
              <a:solidFill>
                <a:srgbClr val="404041"/>
              </a:solidFill>
              <a:latin typeface="Times New Roman"/>
              <a:cs typeface="Times New Roman"/>
            </a:endParaRPr>
          </a:p>
          <a:p>
            <a:pPr>
              <a:lnSpc>
                <a:spcPct val="150000"/>
              </a:lnSpc>
            </a:pPr>
            <a:endParaRPr lang="en-US">
              <a:solidFill>
                <a:srgbClr val="404041"/>
              </a:solidFill>
              <a:latin typeface="Times New Roman"/>
              <a:cs typeface="Times New Roman"/>
            </a:endParaRPr>
          </a:p>
          <a:p>
            <a:pPr>
              <a:lnSpc>
                <a:spcPct val="150000"/>
              </a:lnSpc>
            </a:pPr>
            <a:endParaRPr lang="en-US">
              <a:solidFill>
                <a:srgbClr val="404041"/>
              </a:solidFill>
              <a:latin typeface="Times New Roman"/>
              <a:cs typeface="Times New Roman"/>
            </a:endParaRPr>
          </a:p>
          <a:p>
            <a:endParaRPr lang="en-US">
              <a:solidFill>
                <a:srgbClr val="374151"/>
              </a:solidFill>
              <a:latin typeface="Times New Roman"/>
              <a:cs typeface="Times New Roman"/>
            </a:endParaRPr>
          </a:p>
          <a:p>
            <a:endParaRPr lang="en-US">
              <a:solidFill>
                <a:srgbClr val="374151"/>
              </a:solidFill>
              <a:latin typeface="Times New Roman"/>
              <a:cs typeface="Times New Roman"/>
            </a:endParaRPr>
          </a:p>
          <a:p>
            <a:endParaRPr lang="en-US" sz="3200">
              <a:solidFill>
                <a:srgbClr val="0039A6"/>
              </a:solidFill>
              <a:latin typeface="Arial"/>
              <a:cs typeface="Arial"/>
            </a:endParaRPr>
          </a:p>
          <a:p>
            <a:endParaRPr lang="en-US">
              <a:solidFill>
                <a:srgbClr val="404041"/>
              </a:solidFill>
              <a:latin typeface="Times New Roman"/>
              <a:cs typeface="Times New Roman"/>
            </a:endParaRPr>
          </a:p>
          <a:p>
            <a:endParaRPr lang="en-US" sz="3200">
              <a:solidFill>
                <a:srgbClr val="0039A6"/>
              </a:solidFill>
              <a:latin typeface="Arial"/>
              <a:cs typeface="Arial"/>
            </a:endParaRPr>
          </a:p>
          <a:p>
            <a:endParaRPr lang="en-US">
              <a:solidFill>
                <a:srgbClr val="404041"/>
              </a:solidFill>
              <a:latin typeface="Times New Roman"/>
              <a:cs typeface="Times New Roman"/>
            </a:endParaRPr>
          </a:p>
        </p:txBody>
      </p:sp>
    </p:spTree>
    <p:extLst>
      <p:ext uri="{BB962C8B-B14F-4D97-AF65-F5344CB8AC3E}">
        <p14:creationId xmlns:p14="http://schemas.microsoft.com/office/powerpoint/2010/main" val="531674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39E1C8-010E-2A2E-CA09-011A80037A13}"/>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3" name="Slide Number Placeholder 2">
            <a:extLst>
              <a:ext uri="{FF2B5EF4-FFF2-40B4-BE49-F238E27FC236}">
                <a16:creationId xmlns:a16="http://schemas.microsoft.com/office/drawing/2014/main" id="{7B5698A6-911D-1C3A-F98B-985343C87A2E}"/>
              </a:ext>
            </a:extLst>
          </p:cNvPr>
          <p:cNvSpPr>
            <a:spLocks noGrp="1"/>
          </p:cNvSpPr>
          <p:nvPr>
            <p:ph type="sldNum" sz="quarter" idx="12"/>
          </p:nvPr>
        </p:nvSpPr>
        <p:spPr/>
        <p:txBody>
          <a:bodyPr/>
          <a:lstStyle/>
          <a:p>
            <a:fld id="{FB12CDF8-32CE-4E9C-B71D-397F5A61EE24}" type="slidenum">
              <a:rPr lang="en-US" smtClean="0"/>
              <a:t>5</a:t>
            </a:fld>
            <a:endParaRPr lang="en-US"/>
          </a:p>
        </p:txBody>
      </p:sp>
      <p:sp>
        <p:nvSpPr>
          <p:cNvPr id="4" name="TextBox 3">
            <a:extLst>
              <a:ext uri="{FF2B5EF4-FFF2-40B4-BE49-F238E27FC236}">
                <a16:creationId xmlns:a16="http://schemas.microsoft.com/office/drawing/2014/main" id="{A8A71F1D-08D2-9606-B15A-6CB1F034AD1C}"/>
              </a:ext>
            </a:extLst>
          </p:cNvPr>
          <p:cNvSpPr txBox="1"/>
          <p:nvPr/>
        </p:nvSpPr>
        <p:spPr>
          <a:xfrm>
            <a:off x="506883" y="1000183"/>
            <a:ext cx="11685117" cy="74097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atin typeface="Times New Roman"/>
              <a:cs typeface="Segoe UI"/>
            </a:endParaRPr>
          </a:p>
          <a:p>
            <a:r>
              <a:rPr lang="en-US" b="1">
                <a:latin typeface="Times New Roman"/>
                <a:cs typeface="Segoe UI"/>
              </a:rPr>
              <a:t>Stock price forecasting</a:t>
            </a:r>
            <a:endParaRPr lang="en-US" b="1">
              <a:latin typeface="Arial" panose="020B0604020202020204"/>
              <a:cs typeface="Arial"/>
            </a:endParaRPr>
          </a:p>
          <a:p>
            <a:pPr marL="285750" indent="-285750">
              <a:lnSpc>
                <a:spcPct val="150000"/>
              </a:lnSpc>
              <a:buFont typeface="Arial"/>
              <a:buChar char="•"/>
            </a:pPr>
            <a:r>
              <a:rPr lang="en-US">
                <a:latin typeface="Times New Roman"/>
                <a:cs typeface="Segoe UI"/>
              </a:rPr>
              <a:t>Use </a:t>
            </a:r>
            <a:r>
              <a:rPr lang="en-US">
                <a:latin typeface="Times New Roman"/>
                <a:ea typeface="+mn-lt"/>
                <a:cs typeface="+mn-lt"/>
              </a:rPr>
              <a:t>time series models like ARIMA model to analyze the historical data of stock prices to identify patterns and trends. </a:t>
            </a:r>
            <a:endParaRPr lang="en-US">
              <a:solidFill>
                <a:srgbClr val="404041"/>
              </a:solidFill>
              <a:latin typeface="Arial" panose="020B0604020202020204"/>
              <a:ea typeface="+mn-lt"/>
              <a:cs typeface="+mn-lt"/>
            </a:endParaRPr>
          </a:p>
          <a:p>
            <a:pPr marL="285750" indent="-285750">
              <a:lnSpc>
                <a:spcPct val="150000"/>
              </a:lnSpc>
              <a:buFont typeface="Arial"/>
              <a:buChar char="•"/>
            </a:pPr>
            <a:r>
              <a:rPr lang="en-US">
                <a:solidFill>
                  <a:srgbClr val="404041"/>
                </a:solidFill>
                <a:latin typeface="Times New Roman"/>
                <a:ea typeface="+mn-lt"/>
                <a:cs typeface="+mn-lt"/>
              </a:rPr>
              <a:t>Use machine learning model like Random Forest to</a:t>
            </a:r>
            <a:r>
              <a:rPr lang="en-US">
                <a:latin typeface="Times New Roman"/>
                <a:ea typeface="+mn-lt"/>
                <a:cs typeface="+mn-lt"/>
              </a:rPr>
              <a:t> </a:t>
            </a:r>
            <a:r>
              <a:rPr lang="en-US">
                <a:solidFill>
                  <a:srgbClr val="374151"/>
                </a:solidFill>
                <a:latin typeface="Times New Roman"/>
                <a:ea typeface="+mn-lt"/>
                <a:cs typeface="+mn-lt"/>
              </a:rPr>
              <a:t>train algorithms that can predict future stock prices. </a:t>
            </a:r>
            <a:endParaRPr lang="en-US">
              <a:solidFill>
                <a:srgbClr val="404041"/>
              </a:solidFill>
              <a:latin typeface="Arial" panose="020B0604020202020204"/>
              <a:ea typeface="+mn-lt"/>
              <a:cs typeface="+mn-lt"/>
            </a:endParaRPr>
          </a:p>
          <a:p>
            <a:pPr marL="285750" indent="-285750">
              <a:lnSpc>
                <a:spcPct val="150000"/>
              </a:lnSpc>
              <a:buFont typeface="Arial"/>
              <a:buChar char="•"/>
            </a:pPr>
            <a:r>
              <a:rPr lang="en-US">
                <a:solidFill>
                  <a:srgbClr val="374151"/>
                </a:solidFill>
                <a:latin typeface="Times New Roman"/>
                <a:ea typeface="+mn-lt"/>
                <a:cs typeface="+mn-lt"/>
              </a:rPr>
              <a:t>The combination of two models can improve the accuracy of stock price predictions. </a:t>
            </a:r>
            <a:endParaRPr lang="en-US">
              <a:latin typeface="Arial" panose="020B0604020202020204"/>
              <a:ea typeface="+mn-lt"/>
              <a:cs typeface="+mn-lt"/>
            </a:endParaRPr>
          </a:p>
          <a:p>
            <a:pPr marL="285750" indent="-285750">
              <a:lnSpc>
                <a:spcPct val="150000"/>
              </a:lnSpc>
              <a:buFont typeface="Arial"/>
              <a:buChar char="•"/>
            </a:pPr>
            <a:r>
              <a:rPr lang="en-US">
                <a:latin typeface="Times New Roman"/>
                <a:ea typeface="+mn-lt"/>
                <a:cs typeface="+mn-lt"/>
              </a:rPr>
              <a:t>Evaluate stock price predictions by MSE, MAE and RMSE.</a:t>
            </a:r>
          </a:p>
          <a:p>
            <a:pPr>
              <a:lnSpc>
                <a:spcPct val="150000"/>
              </a:lnSpc>
            </a:pPr>
            <a:endParaRPr lang="en-US" sz="1100">
              <a:cs typeface="Arial"/>
            </a:endParaRPr>
          </a:p>
          <a:p>
            <a:pPr>
              <a:lnSpc>
                <a:spcPct val="150000"/>
              </a:lnSpc>
            </a:pPr>
            <a:r>
              <a:rPr lang="en-US" b="1">
                <a:latin typeface="Times New Roman"/>
                <a:cs typeface="Segoe UI"/>
              </a:rPr>
              <a:t>Estimate risk measures</a:t>
            </a:r>
            <a:endParaRPr lang="en-US" b="1">
              <a:latin typeface="Times New Roman"/>
              <a:cs typeface="Arial"/>
            </a:endParaRPr>
          </a:p>
          <a:p>
            <a:pPr marL="285750" indent="-285750">
              <a:lnSpc>
                <a:spcPct val="150000"/>
              </a:lnSpc>
              <a:buFont typeface="Arial"/>
              <a:buChar char="•"/>
            </a:pPr>
            <a:r>
              <a:rPr lang="en-US">
                <a:latin typeface="Times New Roman"/>
                <a:cs typeface="Segoe UI"/>
              </a:rPr>
              <a:t>Calculate </a:t>
            </a:r>
            <a:r>
              <a:rPr lang="en-US">
                <a:latin typeface="Times New Roman"/>
                <a:cs typeface="Times New Roman"/>
              </a:rPr>
              <a:t>monthly log return and fit to </a:t>
            </a:r>
            <a:r>
              <a:rPr lang="en-US">
                <a:latin typeface="Times New Roman"/>
                <a:ea typeface="+mn-lt"/>
                <a:cs typeface="+mn-lt"/>
              </a:rPr>
              <a:t>AR/GARCH model,</a:t>
            </a:r>
            <a:r>
              <a:rPr lang="en-US">
                <a:latin typeface="Times New Roman"/>
                <a:ea typeface="+mn-lt"/>
                <a:cs typeface="Arial"/>
              </a:rPr>
              <a:t> t</a:t>
            </a:r>
            <a:r>
              <a:rPr lang="en-US">
                <a:latin typeface="Times New Roman"/>
                <a:ea typeface="+mn-lt"/>
                <a:cs typeface="Times New Roman"/>
              </a:rPr>
              <a:t>hen predict one-step-ahead log return.</a:t>
            </a:r>
            <a:endParaRPr lang="en-US">
              <a:latin typeface="Times New Roman"/>
              <a:ea typeface="+mn-lt"/>
              <a:cs typeface="Segoe UI"/>
            </a:endParaRPr>
          </a:p>
          <a:p>
            <a:pPr marL="285750" indent="-285750">
              <a:lnSpc>
                <a:spcPct val="150000"/>
              </a:lnSpc>
              <a:buFont typeface="Arial"/>
              <a:buChar char="•"/>
            </a:pPr>
            <a:r>
              <a:rPr lang="en-US">
                <a:latin typeface="Times New Roman"/>
                <a:ea typeface="+mn-lt"/>
                <a:cs typeface="+mn-lt"/>
              </a:rPr>
              <a:t>Utilize the return distribution to estimate risk measures like </a:t>
            </a:r>
            <a:r>
              <a:rPr lang="en-US" err="1">
                <a:latin typeface="Times New Roman"/>
                <a:ea typeface="+mn-lt"/>
                <a:cs typeface="+mn-lt"/>
              </a:rPr>
              <a:t>VaR.</a:t>
            </a:r>
            <a:r>
              <a:rPr lang="en-US">
                <a:latin typeface="Times New Roman"/>
                <a:ea typeface="+mn-lt"/>
                <a:cs typeface="+mn-lt"/>
              </a:rPr>
              <a:t> </a:t>
            </a:r>
            <a:r>
              <a:rPr lang="en-US">
                <a:solidFill>
                  <a:srgbClr val="404041"/>
                </a:solidFill>
                <a:latin typeface="Times New Roman"/>
                <a:ea typeface="+mn-lt"/>
                <a:cs typeface="+mn-lt"/>
              </a:rPr>
              <a:t>(</a:t>
            </a:r>
            <a:r>
              <a:rPr lang="en-US">
                <a:solidFill>
                  <a:srgbClr val="374151"/>
                </a:solidFill>
                <a:latin typeface="Times New Roman"/>
                <a:ea typeface="+mn-lt"/>
                <a:cs typeface="+mn-lt"/>
              </a:rPr>
              <a:t>estimates the maximum amount of loss that could be incurred on a stock investment within a given confidence interval)</a:t>
            </a:r>
            <a:r>
              <a:rPr lang="en-US">
                <a:latin typeface="Times New Roman"/>
                <a:ea typeface="+mn-lt"/>
                <a:cs typeface="+mn-lt"/>
              </a:rPr>
              <a:t> </a:t>
            </a:r>
            <a:endParaRPr lang="en-US">
              <a:latin typeface="Times New Roman"/>
              <a:ea typeface="+mn-lt"/>
              <a:cs typeface="Segoe UI"/>
            </a:endParaRPr>
          </a:p>
          <a:p>
            <a:pPr marL="285750" indent="-285750">
              <a:lnSpc>
                <a:spcPct val="150000"/>
              </a:lnSpc>
              <a:buFont typeface="Arial"/>
              <a:buChar char="•"/>
            </a:pPr>
            <a:r>
              <a:rPr lang="en-US">
                <a:latin typeface="Times New Roman"/>
                <a:ea typeface="+mn-lt"/>
                <a:cs typeface="+mn-lt"/>
              </a:rPr>
              <a:t>Based on the </a:t>
            </a:r>
            <a:r>
              <a:rPr lang="en-US" err="1">
                <a:latin typeface="Times New Roman"/>
                <a:ea typeface="+mn-lt"/>
                <a:cs typeface="+mn-lt"/>
              </a:rPr>
              <a:t>VaR</a:t>
            </a:r>
            <a:r>
              <a:rPr lang="en-US">
                <a:latin typeface="Times New Roman"/>
                <a:ea typeface="+mn-lt"/>
                <a:cs typeface="+mn-lt"/>
              </a:rPr>
              <a:t>,  adjust the portfolio risk by reducing or increasing the exposure to certain assets.</a:t>
            </a:r>
          </a:p>
          <a:p>
            <a:endParaRPr lang="en-US">
              <a:latin typeface="Times New Roman"/>
              <a:ea typeface="+mn-lt"/>
              <a:cs typeface="+mn-lt"/>
            </a:endParaRPr>
          </a:p>
          <a:p>
            <a:endParaRPr lang="en-US">
              <a:latin typeface="Times New Roman"/>
              <a:cs typeface="Times New Roman"/>
            </a:endParaRPr>
          </a:p>
          <a:p>
            <a:endParaRPr lang="en-US">
              <a:latin typeface="Times New Roman"/>
              <a:cs typeface="Segoe UI"/>
            </a:endParaRPr>
          </a:p>
          <a:p>
            <a:endParaRPr lang="en-US">
              <a:latin typeface="Times New Roman"/>
              <a:cs typeface="Segoe UI"/>
            </a:endParaRPr>
          </a:p>
          <a:p>
            <a:endParaRPr lang="en-US">
              <a:latin typeface="Times New Roman"/>
              <a:cs typeface="Segoe UI"/>
            </a:endParaRPr>
          </a:p>
          <a:p>
            <a:endParaRPr lang="en-US">
              <a:latin typeface="Times New Roman"/>
              <a:cs typeface="Segoe UI"/>
            </a:endParaRPr>
          </a:p>
          <a:p>
            <a:endParaRPr lang="en-US">
              <a:latin typeface="Times New Roman"/>
              <a:cs typeface="Segoe UI"/>
            </a:endParaRPr>
          </a:p>
          <a:p>
            <a:endParaRPr lang="en-US">
              <a:latin typeface="Times New Roman"/>
              <a:cs typeface="Segoe UI"/>
            </a:endParaRPr>
          </a:p>
          <a:p>
            <a:r>
              <a:rPr lang="en-US">
                <a:latin typeface="Times New Roman"/>
                <a:cs typeface="Segoe UI"/>
              </a:rPr>
              <a:t>​</a:t>
            </a:r>
          </a:p>
          <a:p>
            <a:endParaRPr lang="en-US">
              <a:solidFill>
                <a:srgbClr val="374151"/>
              </a:solidFill>
              <a:latin typeface="Times New Roman"/>
              <a:cs typeface="Segoe UI"/>
            </a:endParaRPr>
          </a:p>
        </p:txBody>
      </p:sp>
      <p:sp>
        <p:nvSpPr>
          <p:cNvPr id="5" name="TextBox 4">
            <a:extLst>
              <a:ext uri="{FF2B5EF4-FFF2-40B4-BE49-F238E27FC236}">
                <a16:creationId xmlns:a16="http://schemas.microsoft.com/office/drawing/2014/main" id="{27F7DA40-2E1C-3EB4-D308-3991F46C1B5A}"/>
              </a:ext>
            </a:extLst>
          </p:cNvPr>
          <p:cNvSpPr txBox="1"/>
          <p:nvPr/>
        </p:nvSpPr>
        <p:spPr>
          <a:xfrm>
            <a:off x="506883" y="307471"/>
            <a:ext cx="69294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0039A6"/>
                </a:solidFill>
                <a:latin typeface="Times New Roman"/>
              </a:rPr>
              <a:t>Problem Statement &amp; Objective</a:t>
            </a:r>
            <a:r>
              <a:rPr lang="en-US" sz="3200">
                <a:solidFill>
                  <a:srgbClr val="0039A6"/>
                </a:solidFill>
                <a:latin typeface="Times New Roman"/>
                <a:cs typeface="Times New Roman"/>
              </a:rPr>
              <a:t>​</a:t>
            </a:r>
            <a:endParaRPr lang="en-US"/>
          </a:p>
        </p:txBody>
      </p:sp>
    </p:spTree>
    <p:extLst>
      <p:ext uri="{BB962C8B-B14F-4D97-AF65-F5344CB8AC3E}">
        <p14:creationId xmlns:p14="http://schemas.microsoft.com/office/powerpoint/2010/main" val="798347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4F1D-4ECF-3539-ECD7-E9C9D2D8B8F8}"/>
              </a:ext>
            </a:extLst>
          </p:cNvPr>
          <p:cNvSpPr>
            <a:spLocks noGrp="1"/>
          </p:cNvSpPr>
          <p:nvPr>
            <p:ph type="title"/>
          </p:nvPr>
        </p:nvSpPr>
        <p:spPr>
          <a:xfrm>
            <a:off x="3924842" y="1527853"/>
            <a:ext cx="4342315" cy="3693319"/>
          </a:xfrm>
        </p:spPr>
        <p:txBody>
          <a:bodyPr/>
          <a:lstStyle/>
          <a:p>
            <a:pPr lvl="0">
              <a:lnSpc>
                <a:spcPct val="100000"/>
              </a:lnSpc>
            </a:pPr>
            <a:r>
              <a:rPr lang="en-US" sz="4800"/>
              <a:t>Data</a:t>
            </a:r>
            <a:br>
              <a:rPr lang="en-US" sz="4800"/>
            </a:br>
            <a:r>
              <a:rPr lang="en-US" sz="4800"/>
              <a:t>Preprocessing</a:t>
            </a:r>
            <a:br>
              <a:rPr lang="en-US" sz="4800"/>
            </a:br>
            <a:r>
              <a:rPr lang="en-US" sz="4800"/>
              <a:t>and </a:t>
            </a:r>
            <a:br>
              <a:rPr lang="en-US" sz="4800"/>
            </a:br>
            <a:r>
              <a:rPr lang="en-US" sz="4800"/>
              <a:t>Exploratory</a:t>
            </a:r>
            <a:br>
              <a:rPr lang="en-US" sz="4800"/>
            </a:br>
            <a:r>
              <a:rPr lang="en-US" sz="4800"/>
              <a:t>Analysis</a:t>
            </a:r>
          </a:p>
        </p:txBody>
      </p:sp>
      <p:sp>
        <p:nvSpPr>
          <p:cNvPr id="4" name="Slide Number Placeholder 3">
            <a:extLst>
              <a:ext uri="{FF2B5EF4-FFF2-40B4-BE49-F238E27FC236}">
                <a16:creationId xmlns:a16="http://schemas.microsoft.com/office/drawing/2014/main" id="{55B1D080-681E-0AED-E8CA-C6B46F9858BD}"/>
              </a:ext>
            </a:extLst>
          </p:cNvPr>
          <p:cNvSpPr>
            <a:spLocks noGrp="1"/>
          </p:cNvSpPr>
          <p:nvPr>
            <p:ph type="sldNum" sz="quarter" idx="12"/>
          </p:nvPr>
        </p:nvSpPr>
        <p:spPr/>
        <p:txBody>
          <a:bodyPr/>
          <a:lstStyle/>
          <a:p>
            <a:fld id="{FB12CDF8-32CE-4E9C-B71D-397F5A61EE24}" type="slidenum">
              <a:rPr lang="en-US" smtClean="0"/>
              <a:t>6</a:t>
            </a:fld>
            <a:endParaRPr lang="en-US"/>
          </a:p>
        </p:txBody>
      </p:sp>
      <p:sp>
        <p:nvSpPr>
          <p:cNvPr id="3" name="Footer Placeholder 2">
            <a:extLst>
              <a:ext uri="{FF2B5EF4-FFF2-40B4-BE49-F238E27FC236}">
                <a16:creationId xmlns:a16="http://schemas.microsoft.com/office/drawing/2014/main" id="{57940E86-DC9B-94B2-56F3-34E3CE3FC9EF}"/>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Tree>
    <p:extLst>
      <p:ext uri="{BB962C8B-B14F-4D97-AF65-F5344CB8AC3E}">
        <p14:creationId xmlns:p14="http://schemas.microsoft.com/office/powerpoint/2010/main" val="3766044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5">
            <a:extLst>
              <a:ext uri="{FF2B5EF4-FFF2-40B4-BE49-F238E27FC236}">
                <a16:creationId xmlns:a16="http://schemas.microsoft.com/office/drawing/2014/main" id="{4C993564-4501-2348-875F-2BD2AC722519}"/>
              </a:ext>
            </a:extLst>
          </p:cNvPr>
          <p:cNvSpPr txBox="1">
            <a:spLocks/>
          </p:cNvSpPr>
          <p:nvPr/>
        </p:nvSpPr>
        <p:spPr>
          <a:xfrm>
            <a:off x="381000" y="499761"/>
            <a:ext cx="11430000" cy="443198"/>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3600" b="1" i="0" kern="1200">
                <a:solidFill>
                  <a:schemeClr val="tx2"/>
                </a:solidFill>
                <a:latin typeface="Arial" panose="020B0604020202020204" pitchFamily="34" charset="0"/>
                <a:ea typeface="+mj-ea"/>
                <a:cs typeface="+mj-cs"/>
              </a:defRPr>
            </a:lvl1pPr>
          </a:lstStyle>
          <a:p>
            <a:r>
              <a:rPr lang="en-US" sz="3200">
                <a:latin typeface="Arial"/>
                <a:cs typeface="Arial"/>
              </a:rPr>
              <a:t>Stock Price Forecasting – ACF and Original Time Series </a:t>
            </a:r>
            <a:endParaRPr lang="en-US" sz="3200"/>
          </a:p>
        </p:txBody>
      </p:sp>
      <p:pic>
        <p:nvPicPr>
          <p:cNvPr id="4" name="Picture 4" descr="Chart&#10;&#10;Description automatically generated">
            <a:extLst>
              <a:ext uri="{FF2B5EF4-FFF2-40B4-BE49-F238E27FC236}">
                <a16:creationId xmlns:a16="http://schemas.microsoft.com/office/drawing/2014/main" id="{7DC36CF9-2BAA-76D5-6ACE-D6A0E1631CE7}"/>
              </a:ext>
            </a:extLst>
          </p:cNvPr>
          <p:cNvPicPr>
            <a:picLocks noChangeAspect="1"/>
          </p:cNvPicPr>
          <p:nvPr/>
        </p:nvPicPr>
        <p:blipFill>
          <a:blip r:embed="rId2"/>
          <a:stretch>
            <a:fillRect/>
          </a:stretch>
        </p:blipFill>
        <p:spPr>
          <a:xfrm>
            <a:off x="384654" y="1407503"/>
            <a:ext cx="4097278" cy="2279225"/>
          </a:xfrm>
          <a:prstGeom prst="rect">
            <a:avLst/>
          </a:prstGeom>
        </p:spPr>
      </p:pic>
      <p:pic>
        <p:nvPicPr>
          <p:cNvPr id="5" name="Picture 5" descr="Chart, line chart&#10;&#10;Description automatically generated">
            <a:extLst>
              <a:ext uri="{FF2B5EF4-FFF2-40B4-BE49-F238E27FC236}">
                <a16:creationId xmlns:a16="http://schemas.microsoft.com/office/drawing/2014/main" id="{C0C0E9FF-F2E9-4918-8C68-02AFADF303E3}"/>
              </a:ext>
            </a:extLst>
          </p:cNvPr>
          <p:cNvPicPr>
            <a:picLocks noChangeAspect="1"/>
          </p:cNvPicPr>
          <p:nvPr/>
        </p:nvPicPr>
        <p:blipFill>
          <a:blip r:embed="rId3"/>
          <a:stretch>
            <a:fillRect/>
          </a:stretch>
        </p:blipFill>
        <p:spPr>
          <a:xfrm>
            <a:off x="384654" y="3808164"/>
            <a:ext cx="4102800" cy="2250394"/>
          </a:xfrm>
          <a:prstGeom prst="rect">
            <a:avLst/>
          </a:prstGeom>
        </p:spPr>
      </p:pic>
      <p:pic>
        <p:nvPicPr>
          <p:cNvPr id="6" name="Picture 6" descr="Chart&#10;&#10;Description automatically generated">
            <a:extLst>
              <a:ext uri="{FF2B5EF4-FFF2-40B4-BE49-F238E27FC236}">
                <a16:creationId xmlns:a16="http://schemas.microsoft.com/office/drawing/2014/main" id="{93568852-B8D8-5B55-446D-8A17EEE8B2BD}"/>
              </a:ext>
            </a:extLst>
          </p:cNvPr>
          <p:cNvPicPr>
            <a:picLocks noChangeAspect="1"/>
          </p:cNvPicPr>
          <p:nvPr/>
        </p:nvPicPr>
        <p:blipFill>
          <a:blip r:embed="rId4"/>
          <a:stretch>
            <a:fillRect/>
          </a:stretch>
        </p:blipFill>
        <p:spPr>
          <a:xfrm>
            <a:off x="4484206" y="1401013"/>
            <a:ext cx="3521763" cy="2275213"/>
          </a:xfrm>
          <a:prstGeom prst="rect">
            <a:avLst/>
          </a:prstGeom>
        </p:spPr>
      </p:pic>
      <p:pic>
        <p:nvPicPr>
          <p:cNvPr id="8" name="Picture 8" descr="Chart, bar chart&#10;&#10;Description automatically generated">
            <a:extLst>
              <a:ext uri="{FF2B5EF4-FFF2-40B4-BE49-F238E27FC236}">
                <a16:creationId xmlns:a16="http://schemas.microsoft.com/office/drawing/2014/main" id="{F522174E-6BFE-47E9-E9CE-D09FA03D08A4}"/>
              </a:ext>
            </a:extLst>
          </p:cNvPr>
          <p:cNvPicPr>
            <a:picLocks noChangeAspect="1"/>
          </p:cNvPicPr>
          <p:nvPr/>
        </p:nvPicPr>
        <p:blipFill>
          <a:blip r:embed="rId5"/>
          <a:stretch>
            <a:fillRect/>
          </a:stretch>
        </p:blipFill>
        <p:spPr>
          <a:xfrm>
            <a:off x="8020878" y="1408736"/>
            <a:ext cx="3902765" cy="2201788"/>
          </a:xfrm>
          <a:prstGeom prst="rect">
            <a:avLst/>
          </a:prstGeom>
        </p:spPr>
      </p:pic>
      <p:pic>
        <p:nvPicPr>
          <p:cNvPr id="9" name="Picture 9" descr="Chart, histogram&#10;&#10;Description automatically generated">
            <a:extLst>
              <a:ext uri="{FF2B5EF4-FFF2-40B4-BE49-F238E27FC236}">
                <a16:creationId xmlns:a16="http://schemas.microsoft.com/office/drawing/2014/main" id="{5E29442B-7AFE-6BDE-C2F1-BD2A40F9B26D}"/>
              </a:ext>
            </a:extLst>
          </p:cNvPr>
          <p:cNvPicPr>
            <a:picLocks noChangeAspect="1"/>
          </p:cNvPicPr>
          <p:nvPr/>
        </p:nvPicPr>
        <p:blipFill>
          <a:blip r:embed="rId6"/>
          <a:stretch>
            <a:fillRect/>
          </a:stretch>
        </p:blipFill>
        <p:spPr>
          <a:xfrm>
            <a:off x="4507591" y="3813560"/>
            <a:ext cx="3527610" cy="2246724"/>
          </a:xfrm>
          <a:prstGeom prst="rect">
            <a:avLst/>
          </a:prstGeom>
        </p:spPr>
      </p:pic>
      <p:pic>
        <p:nvPicPr>
          <p:cNvPr id="10" name="Picture 10" descr="Chart, line chart&#10;&#10;Description automatically generated">
            <a:extLst>
              <a:ext uri="{FF2B5EF4-FFF2-40B4-BE49-F238E27FC236}">
                <a16:creationId xmlns:a16="http://schemas.microsoft.com/office/drawing/2014/main" id="{BCBEFA5C-7CAE-4F31-548F-118551223ABC}"/>
              </a:ext>
            </a:extLst>
          </p:cNvPr>
          <p:cNvPicPr>
            <a:picLocks noChangeAspect="1"/>
          </p:cNvPicPr>
          <p:nvPr/>
        </p:nvPicPr>
        <p:blipFill>
          <a:blip r:embed="rId7"/>
          <a:stretch>
            <a:fillRect/>
          </a:stretch>
        </p:blipFill>
        <p:spPr>
          <a:xfrm>
            <a:off x="8037443" y="3812981"/>
            <a:ext cx="3505200" cy="2244634"/>
          </a:xfrm>
          <a:prstGeom prst="rect">
            <a:avLst/>
          </a:prstGeom>
        </p:spPr>
      </p:pic>
      <p:sp>
        <p:nvSpPr>
          <p:cNvPr id="3" name="TextBox 2">
            <a:extLst>
              <a:ext uri="{FF2B5EF4-FFF2-40B4-BE49-F238E27FC236}">
                <a16:creationId xmlns:a16="http://schemas.microsoft.com/office/drawing/2014/main" id="{19B5DF89-6150-DB6C-6533-77BFAECA5A20}"/>
              </a:ext>
            </a:extLst>
          </p:cNvPr>
          <p:cNvSpPr txBox="1"/>
          <p:nvPr/>
        </p:nvSpPr>
        <p:spPr>
          <a:xfrm>
            <a:off x="1910862" y="1041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2"/>
                </a:solidFill>
                <a:latin typeface="Sofia Pro Medium"/>
              </a:rPr>
              <a:t>GOOGLE</a:t>
            </a:r>
            <a:endParaRPr lang="en-US">
              <a:solidFill>
                <a:schemeClr val="accent2"/>
              </a:solidFill>
              <a:latin typeface="Sofia Pro Medium"/>
            </a:endParaRPr>
          </a:p>
        </p:txBody>
      </p:sp>
      <p:sp>
        <p:nvSpPr>
          <p:cNvPr id="7" name="TextBox 6">
            <a:extLst>
              <a:ext uri="{FF2B5EF4-FFF2-40B4-BE49-F238E27FC236}">
                <a16:creationId xmlns:a16="http://schemas.microsoft.com/office/drawing/2014/main" id="{81C92763-B2AD-B4E5-DAEF-CB54662737CF}"/>
              </a:ext>
            </a:extLst>
          </p:cNvPr>
          <p:cNvSpPr txBox="1"/>
          <p:nvPr/>
        </p:nvSpPr>
        <p:spPr>
          <a:xfrm>
            <a:off x="5779477" y="1041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2"/>
                </a:solidFill>
                <a:latin typeface="Sofia Pro Medium"/>
              </a:rPr>
              <a:t>TELSA</a:t>
            </a:r>
            <a:endParaRPr lang="en-US">
              <a:solidFill>
                <a:schemeClr val="accent2"/>
              </a:solidFill>
              <a:latin typeface="Sofia Pro Medium"/>
            </a:endParaRPr>
          </a:p>
        </p:txBody>
      </p:sp>
      <p:sp>
        <p:nvSpPr>
          <p:cNvPr id="11" name="TextBox 10">
            <a:extLst>
              <a:ext uri="{FF2B5EF4-FFF2-40B4-BE49-F238E27FC236}">
                <a16:creationId xmlns:a16="http://schemas.microsoft.com/office/drawing/2014/main" id="{C7D41A98-71B8-714A-5979-D54DA5DD8CB2}"/>
              </a:ext>
            </a:extLst>
          </p:cNvPr>
          <p:cNvSpPr txBox="1"/>
          <p:nvPr/>
        </p:nvSpPr>
        <p:spPr>
          <a:xfrm>
            <a:off x="9188938" y="1041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2"/>
                </a:solidFill>
                <a:latin typeface="Sofia Pro Medium"/>
              </a:rPr>
              <a:t>JPM (CHASE)</a:t>
            </a:r>
            <a:endParaRPr lang="en-US">
              <a:solidFill>
                <a:schemeClr val="accent2"/>
              </a:solidFill>
              <a:latin typeface="Sofia Pro Medium"/>
            </a:endParaRPr>
          </a:p>
        </p:txBody>
      </p:sp>
    </p:spTree>
    <p:extLst>
      <p:ext uri="{BB962C8B-B14F-4D97-AF65-F5344CB8AC3E}">
        <p14:creationId xmlns:p14="http://schemas.microsoft.com/office/powerpoint/2010/main" val="4081895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9D7E7F-E775-8C11-EFDF-28F6961367D3}"/>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
        <p:nvSpPr>
          <p:cNvPr id="3" name="Slide Number Placeholder 2">
            <a:extLst>
              <a:ext uri="{FF2B5EF4-FFF2-40B4-BE49-F238E27FC236}">
                <a16:creationId xmlns:a16="http://schemas.microsoft.com/office/drawing/2014/main" id="{153F23E3-BC88-9C5F-B79D-D2BACB278C98}"/>
              </a:ext>
            </a:extLst>
          </p:cNvPr>
          <p:cNvSpPr>
            <a:spLocks noGrp="1"/>
          </p:cNvSpPr>
          <p:nvPr>
            <p:ph type="sldNum" sz="quarter" idx="12"/>
          </p:nvPr>
        </p:nvSpPr>
        <p:spPr/>
        <p:txBody>
          <a:bodyPr/>
          <a:lstStyle/>
          <a:p>
            <a:fld id="{FB12CDF8-32CE-4E9C-B71D-397F5A61EE24}" type="slidenum">
              <a:rPr lang="en-US" smtClean="0"/>
              <a:t>8</a:t>
            </a:fld>
            <a:endParaRPr lang="en-US"/>
          </a:p>
        </p:txBody>
      </p:sp>
      <p:sp>
        <p:nvSpPr>
          <p:cNvPr id="4" name="TextBox 3">
            <a:extLst>
              <a:ext uri="{FF2B5EF4-FFF2-40B4-BE49-F238E27FC236}">
                <a16:creationId xmlns:a16="http://schemas.microsoft.com/office/drawing/2014/main" id="{9B5AAB53-5902-A1A9-5EFA-899C3CDF7A4D}"/>
              </a:ext>
            </a:extLst>
          </p:cNvPr>
          <p:cNvSpPr txBox="1"/>
          <p:nvPr/>
        </p:nvSpPr>
        <p:spPr>
          <a:xfrm>
            <a:off x="293802" y="325225"/>
            <a:ext cx="1028464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0039A6"/>
                </a:solidFill>
                <a:latin typeface="Arial"/>
              </a:rPr>
              <a:t>Stock Price Forecasting – </a:t>
            </a:r>
            <a:r>
              <a:rPr lang="en-US" sz="3200" b="1">
                <a:solidFill>
                  <a:schemeClr val="tx2"/>
                </a:solidFill>
                <a:ea typeface="+mn-lt"/>
                <a:cs typeface="+mn-lt"/>
              </a:rPr>
              <a:t>Detrend by difference</a:t>
            </a:r>
            <a:r>
              <a:rPr lang="en-US" sz="3200" b="1">
                <a:solidFill>
                  <a:schemeClr val="tx2"/>
                </a:solidFill>
                <a:latin typeface="Arial"/>
              </a:rPr>
              <a:t> </a:t>
            </a:r>
            <a:endParaRPr lang="en-US">
              <a:solidFill>
                <a:schemeClr val="tx2"/>
              </a:solidFill>
            </a:endParaRPr>
          </a:p>
        </p:txBody>
      </p:sp>
      <p:pic>
        <p:nvPicPr>
          <p:cNvPr id="5" name="Picture 5" descr="Chart&#10;&#10;Description automatically generated">
            <a:extLst>
              <a:ext uri="{FF2B5EF4-FFF2-40B4-BE49-F238E27FC236}">
                <a16:creationId xmlns:a16="http://schemas.microsoft.com/office/drawing/2014/main" id="{83BF7471-F5E4-E594-3401-EB7B96B57588}"/>
              </a:ext>
            </a:extLst>
          </p:cNvPr>
          <p:cNvPicPr>
            <a:picLocks noChangeAspect="1"/>
          </p:cNvPicPr>
          <p:nvPr/>
        </p:nvPicPr>
        <p:blipFill>
          <a:blip r:embed="rId2"/>
          <a:stretch>
            <a:fillRect/>
          </a:stretch>
        </p:blipFill>
        <p:spPr>
          <a:xfrm>
            <a:off x="411376" y="3639765"/>
            <a:ext cx="3785587" cy="2407051"/>
          </a:xfrm>
          <a:prstGeom prst="rect">
            <a:avLst/>
          </a:prstGeom>
        </p:spPr>
      </p:pic>
      <p:pic>
        <p:nvPicPr>
          <p:cNvPr id="7" name="Picture 7" descr="Chart, bar chart&#10;&#10;Description automatically generated">
            <a:extLst>
              <a:ext uri="{FF2B5EF4-FFF2-40B4-BE49-F238E27FC236}">
                <a16:creationId xmlns:a16="http://schemas.microsoft.com/office/drawing/2014/main" id="{3917646F-C999-758F-E4B1-16DFBB1201A3}"/>
              </a:ext>
            </a:extLst>
          </p:cNvPr>
          <p:cNvPicPr>
            <a:picLocks noChangeAspect="1"/>
          </p:cNvPicPr>
          <p:nvPr/>
        </p:nvPicPr>
        <p:blipFill>
          <a:blip r:embed="rId3"/>
          <a:stretch>
            <a:fillRect/>
          </a:stretch>
        </p:blipFill>
        <p:spPr>
          <a:xfrm>
            <a:off x="7712772" y="3640447"/>
            <a:ext cx="4028066" cy="2396263"/>
          </a:xfrm>
          <a:prstGeom prst="rect">
            <a:avLst/>
          </a:prstGeom>
        </p:spPr>
      </p:pic>
      <p:pic>
        <p:nvPicPr>
          <p:cNvPr id="8" name="Picture 8" descr="Chart&#10;&#10;Description automatically generated">
            <a:extLst>
              <a:ext uri="{FF2B5EF4-FFF2-40B4-BE49-F238E27FC236}">
                <a16:creationId xmlns:a16="http://schemas.microsoft.com/office/drawing/2014/main" id="{6F42B980-4778-8A98-B162-A218B217DF91}"/>
              </a:ext>
            </a:extLst>
          </p:cNvPr>
          <p:cNvPicPr>
            <a:picLocks noChangeAspect="1"/>
          </p:cNvPicPr>
          <p:nvPr/>
        </p:nvPicPr>
        <p:blipFill>
          <a:blip r:embed="rId4"/>
          <a:stretch>
            <a:fillRect/>
          </a:stretch>
        </p:blipFill>
        <p:spPr>
          <a:xfrm>
            <a:off x="4206056" y="3642594"/>
            <a:ext cx="3510372" cy="2401292"/>
          </a:xfrm>
          <a:prstGeom prst="rect">
            <a:avLst/>
          </a:prstGeom>
        </p:spPr>
      </p:pic>
      <p:pic>
        <p:nvPicPr>
          <p:cNvPr id="6" name="Picture 8">
            <a:extLst>
              <a:ext uri="{FF2B5EF4-FFF2-40B4-BE49-F238E27FC236}">
                <a16:creationId xmlns:a16="http://schemas.microsoft.com/office/drawing/2014/main" id="{1095B745-61A6-94B0-329E-8A3C0B979D24}"/>
              </a:ext>
            </a:extLst>
          </p:cNvPr>
          <p:cNvPicPr>
            <a:picLocks noChangeAspect="1"/>
          </p:cNvPicPr>
          <p:nvPr/>
        </p:nvPicPr>
        <p:blipFill>
          <a:blip r:embed="rId5"/>
          <a:stretch>
            <a:fillRect/>
          </a:stretch>
        </p:blipFill>
        <p:spPr>
          <a:xfrm>
            <a:off x="416169" y="1305741"/>
            <a:ext cx="3798277" cy="2058212"/>
          </a:xfrm>
          <a:prstGeom prst="rect">
            <a:avLst/>
          </a:prstGeom>
        </p:spPr>
      </p:pic>
      <p:pic>
        <p:nvPicPr>
          <p:cNvPr id="9" name="Picture 9">
            <a:extLst>
              <a:ext uri="{FF2B5EF4-FFF2-40B4-BE49-F238E27FC236}">
                <a16:creationId xmlns:a16="http://schemas.microsoft.com/office/drawing/2014/main" id="{F9AD43BE-49CB-228D-E353-EF510AE3B59A}"/>
              </a:ext>
            </a:extLst>
          </p:cNvPr>
          <p:cNvPicPr>
            <a:picLocks noChangeAspect="1"/>
          </p:cNvPicPr>
          <p:nvPr/>
        </p:nvPicPr>
        <p:blipFill>
          <a:blip r:embed="rId6"/>
          <a:stretch>
            <a:fillRect/>
          </a:stretch>
        </p:blipFill>
        <p:spPr>
          <a:xfrm>
            <a:off x="4216400" y="1303635"/>
            <a:ext cx="3778738" cy="2101500"/>
          </a:xfrm>
          <a:prstGeom prst="rect">
            <a:avLst/>
          </a:prstGeom>
        </p:spPr>
      </p:pic>
      <p:pic>
        <p:nvPicPr>
          <p:cNvPr id="10" name="Picture 10" descr="Graphical user interface&#10;&#10;Description automatically generated">
            <a:extLst>
              <a:ext uri="{FF2B5EF4-FFF2-40B4-BE49-F238E27FC236}">
                <a16:creationId xmlns:a16="http://schemas.microsoft.com/office/drawing/2014/main" id="{A77AE33E-1B84-DA12-C0EB-CCF515C54A0D}"/>
              </a:ext>
            </a:extLst>
          </p:cNvPr>
          <p:cNvPicPr>
            <a:picLocks noChangeAspect="1"/>
          </p:cNvPicPr>
          <p:nvPr/>
        </p:nvPicPr>
        <p:blipFill>
          <a:blip r:embed="rId7"/>
          <a:stretch>
            <a:fillRect/>
          </a:stretch>
        </p:blipFill>
        <p:spPr>
          <a:xfrm>
            <a:off x="7967785" y="1306125"/>
            <a:ext cx="3768969" cy="2125828"/>
          </a:xfrm>
          <a:prstGeom prst="rect">
            <a:avLst/>
          </a:prstGeom>
        </p:spPr>
      </p:pic>
      <p:sp>
        <p:nvSpPr>
          <p:cNvPr id="11" name="TextBox 10">
            <a:extLst>
              <a:ext uri="{FF2B5EF4-FFF2-40B4-BE49-F238E27FC236}">
                <a16:creationId xmlns:a16="http://schemas.microsoft.com/office/drawing/2014/main" id="{C13665E7-BB8F-A6F3-7B89-789225686D43}"/>
              </a:ext>
            </a:extLst>
          </p:cNvPr>
          <p:cNvSpPr txBox="1"/>
          <p:nvPr/>
        </p:nvSpPr>
        <p:spPr>
          <a:xfrm>
            <a:off x="1778000" y="937845"/>
            <a:ext cx="16216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chemeClr val="accent2"/>
                </a:solidFill>
                <a:latin typeface="Sofia Pro Medium"/>
              </a:rPr>
              <a:t>GOOGLE</a:t>
            </a:r>
            <a:endParaRPr lang="en-US" b="1">
              <a:solidFill>
                <a:schemeClr val="accent2"/>
              </a:solidFill>
              <a:latin typeface="Sofia Pro Medium" panose="020B0000000000000000" pitchFamily="34" charset="0"/>
            </a:endParaRPr>
          </a:p>
        </p:txBody>
      </p:sp>
      <p:sp>
        <p:nvSpPr>
          <p:cNvPr id="12" name="TextBox 11">
            <a:extLst>
              <a:ext uri="{FF2B5EF4-FFF2-40B4-BE49-F238E27FC236}">
                <a16:creationId xmlns:a16="http://schemas.microsoft.com/office/drawing/2014/main" id="{6DD035FB-ADA6-382B-185C-AF51D07C1F00}"/>
              </a:ext>
            </a:extLst>
          </p:cNvPr>
          <p:cNvSpPr txBox="1"/>
          <p:nvPr/>
        </p:nvSpPr>
        <p:spPr>
          <a:xfrm>
            <a:off x="5744307" y="908539"/>
            <a:ext cx="1660769" cy="3712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chemeClr val="accent2"/>
                </a:solidFill>
                <a:latin typeface="Sofia Pro Medium"/>
              </a:rPr>
              <a:t>TELSA</a:t>
            </a:r>
            <a:endParaRPr lang="en-US" b="1">
              <a:solidFill>
                <a:schemeClr val="accent2"/>
              </a:solidFill>
              <a:latin typeface="Sofia Pro Medium" panose="020B0000000000000000" pitchFamily="34" charset="0"/>
            </a:endParaRPr>
          </a:p>
        </p:txBody>
      </p:sp>
      <p:sp>
        <p:nvSpPr>
          <p:cNvPr id="13" name="TextBox 12">
            <a:extLst>
              <a:ext uri="{FF2B5EF4-FFF2-40B4-BE49-F238E27FC236}">
                <a16:creationId xmlns:a16="http://schemas.microsoft.com/office/drawing/2014/main" id="{5D90272E-C44D-02BC-578A-29CE0E07B055}"/>
              </a:ext>
            </a:extLst>
          </p:cNvPr>
          <p:cNvSpPr txBox="1"/>
          <p:nvPr/>
        </p:nvSpPr>
        <p:spPr>
          <a:xfrm>
            <a:off x="9065846" y="937846"/>
            <a:ext cx="19343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2"/>
                </a:solidFill>
                <a:latin typeface="Sofia Pro Medium"/>
              </a:rPr>
              <a:t>JPM (CHASE)</a:t>
            </a:r>
            <a:endParaRPr lang="en-US" b="1">
              <a:solidFill>
                <a:schemeClr val="accent2"/>
              </a:solidFill>
              <a:latin typeface="Sofia Pro Medium" panose="020B0000000000000000" pitchFamily="34" charset="0"/>
            </a:endParaRPr>
          </a:p>
        </p:txBody>
      </p:sp>
    </p:spTree>
    <p:extLst>
      <p:ext uri="{BB962C8B-B14F-4D97-AF65-F5344CB8AC3E}">
        <p14:creationId xmlns:p14="http://schemas.microsoft.com/office/powerpoint/2010/main" val="1134605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p:cNvSpPr>
            <a:spLocks noGrp="1"/>
          </p:cNvSpPr>
          <p:nvPr>
            <p:ph type="title"/>
          </p:nvPr>
        </p:nvSpPr>
        <p:spPr>
          <a:xfrm>
            <a:off x="381000" y="276708"/>
            <a:ext cx="11430000" cy="387798"/>
          </a:xfrm>
        </p:spPr>
        <p:txBody>
          <a:bodyPr/>
          <a:lstStyle/>
          <a:p>
            <a:r>
              <a:rPr lang="en-US" sz="2800"/>
              <a:t>Risk Estimation – Monthly Log Return</a:t>
            </a:r>
          </a:p>
        </p:txBody>
      </p:sp>
      <p:pic>
        <p:nvPicPr>
          <p:cNvPr id="4" name="图片 3">
            <a:extLst>
              <a:ext uri="{FF2B5EF4-FFF2-40B4-BE49-F238E27FC236}">
                <a16:creationId xmlns:a16="http://schemas.microsoft.com/office/drawing/2014/main" id="{A732BC09-D8B9-BD47-BA9C-4034ED6806A7}"/>
              </a:ext>
            </a:extLst>
          </p:cNvPr>
          <p:cNvPicPr>
            <a:picLocks noChangeAspect="1"/>
          </p:cNvPicPr>
          <p:nvPr/>
        </p:nvPicPr>
        <p:blipFill>
          <a:blip r:embed="rId3"/>
          <a:stretch>
            <a:fillRect/>
          </a:stretch>
        </p:blipFill>
        <p:spPr>
          <a:xfrm>
            <a:off x="1748272" y="930599"/>
            <a:ext cx="8494559" cy="5300605"/>
          </a:xfrm>
          <a:prstGeom prst="rect">
            <a:avLst/>
          </a:prstGeom>
        </p:spPr>
      </p:pic>
    </p:spTree>
    <p:extLst>
      <p:ext uri="{BB962C8B-B14F-4D97-AF65-F5344CB8AC3E}">
        <p14:creationId xmlns:p14="http://schemas.microsoft.com/office/powerpoint/2010/main" val="1438794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p:cNvSpPr>
            <a:spLocks noGrp="1"/>
          </p:cNvSpPr>
          <p:nvPr>
            <p:ph type="title"/>
          </p:nvPr>
        </p:nvSpPr>
        <p:spPr>
          <a:xfrm>
            <a:off x="381000" y="221308"/>
            <a:ext cx="11430000" cy="443198"/>
          </a:xfrm>
        </p:spPr>
        <p:txBody>
          <a:bodyPr/>
          <a:lstStyle/>
          <a:p>
            <a:r>
              <a:rPr lang="en-US" sz="3200"/>
              <a:t>Risk Estimation – ACF of Log Return</a:t>
            </a:r>
          </a:p>
        </p:txBody>
      </p:sp>
      <p:pic>
        <p:nvPicPr>
          <p:cNvPr id="5" name="图片 4">
            <a:extLst>
              <a:ext uri="{FF2B5EF4-FFF2-40B4-BE49-F238E27FC236}">
                <a16:creationId xmlns:a16="http://schemas.microsoft.com/office/drawing/2014/main" id="{38B66FB2-8EF2-D845-AE4D-1AB9B3CA0199}"/>
              </a:ext>
            </a:extLst>
          </p:cNvPr>
          <p:cNvPicPr>
            <a:picLocks noChangeAspect="1"/>
          </p:cNvPicPr>
          <p:nvPr/>
        </p:nvPicPr>
        <p:blipFill>
          <a:blip r:embed="rId3"/>
          <a:stretch>
            <a:fillRect/>
          </a:stretch>
        </p:blipFill>
        <p:spPr>
          <a:xfrm>
            <a:off x="636746" y="1626630"/>
            <a:ext cx="11057485" cy="3604740"/>
          </a:xfrm>
          <a:prstGeom prst="rect">
            <a:avLst/>
          </a:prstGeom>
        </p:spPr>
      </p:pic>
    </p:spTree>
    <p:extLst>
      <p:ext uri="{BB962C8B-B14F-4D97-AF65-F5344CB8AC3E}">
        <p14:creationId xmlns:p14="http://schemas.microsoft.com/office/powerpoint/2010/main" val="292731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4F1D-4ECF-3539-ECD7-E9C9D2D8B8F8}"/>
              </a:ext>
            </a:extLst>
          </p:cNvPr>
          <p:cNvSpPr>
            <a:spLocks noGrp="1"/>
          </p:cNvSpPr>
          <p:nvPr>
            <p:ph type="title"/>
          </p:nvPr>
        </p:nvSpPr>
        <p:spPr>
          <a:xfrm>
            <a:off x="3628062" y="1951672"/>
            <a:ext cx="4935875" cy="2954655"/>
          </a:xfrm>
        </p:spPr>
        <p:txBody>
          <a:bodyPr/>
          <a:lstStyle/>
          <a:p>
            <a:pPr lvl="0">
              <a:lnSpc>
                <a:spcPct val="100000"/>
              </a:lnSpc>
            </a:pPr>
            <a:r>
              <a:rPr lang="en-US" sz="4800"/>
              <a:t>Algorithms</a:t>
            </a:r>
            <a:br>
              <a:rPr lang="en-US" sz="4800"/>
            </a:br>
            <a:r>
              <a:rPr lang="en-US" sz="4800"/>
              <a:t>and </a:t>
            </a:r>
            <a:br>
              <a:rPr lang="en-US" sz="4800"/>
            </a:br>
            <a:r>
              <a:rPr lang="en-US" sz="4800"/>
              <a:t>Implementations</a:t>
            </a:r>
          </a:p>
        </p:txBody>
      </p:sp>
      <p:sp>
        <p:nvSpPr>
          <p:cNvPr id="4" name="Slide Number Placeholder 3">
            <a:extLst>
              <a:ext uri="{FF2B5EF4-FFF2-40B4-BE49-F238E27FC236}">
                <a16:creationId xmlns:a16="http://schemas.microsoft.com/office/drawing/2014/main" id="{55B1D080-681E-0AED-E8CA-C6B46F9858BD}"/>
              </a:ext>
            </a:extLst>
          </p:cNvPr>
          <p:cNvSpPr>
            <a:spLocks noGrp="1"/>
          </p:cNvSpPr>
          <p:nvPr>
            <p:ph type="sldNum" sz="quarter" idx="12"/>
          </p:nvPr>
        </p:nvSpPr>
        <p:spPr/>
        <p:txBody>
          <a:bodyPr/>
          <a:lstStyle/>
          <a:p>
            <a:fld id="{FB12CDF8-32CE-4E9C-B71D-397F5A61EE24}" type="slidenum">
              <a:rPr lang="en-US" smtClean="0"/>
              <a:t>11</a:t>
            </a:fld>
            <a:endParaRPr lang="en-US"/>
          </a:p>
        </p:txBody>
      </p:sp>
      <p:sp>
        <p:nvSpPr>
          <p:cNvPr id="3" name="Footer Placeholder 2">
            <a:extLst>
              <a:ext uri="{FF2B5EF4-FFF2-40B4-BE49-F238E27FC236}">
                <a16:creationId xmlns:a16="http://schemas.microsoft.com/office/drawing/2014/main" id="{57940E86-DC9B-94B2-56F3-34E3CE3FC9EF}"/>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Tree>
    <p:extLst>
      <p:ext uri="{BB962C8B-B14F-4D97-AF65-F5344CB8AC3E}">
        <p14:creationId xmlns:p14="http://schemas.microsoft.com/office/powerpoint/2010/main" val="4100840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5">
            <a:extLst>
              <a:ext uri="{FF2B5EF4-FFF2-40B4-BE49-F238E27FC236}">
                <a16:creationId xmlns:a16="http://schemas.microsoft.com/office/drawing/2014/main" id="{573B5CBA-ADCA-A343-B1FB-A9975657ECE9}"/>
              </a:ext>
            </a:extLst>
          </p:cNvPr>
          <p:cNvSpPr txBox="1">
            <a:spLocks/>
          </p:cNvSpPr>
          <p:nvPr/>
        </p:nvSpPr>
        <p:spPr>
          <a:xfrm>
            <a:off x="381000" y="499761"/>
            <a:ext cx="11430000" cy="443198"/>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3600" b="1" i="0" kern="1200">
                <a:solidFill>
                  <a:schemeClr val="tx2"/>
                </a:solidFill>
                <a:latin typeface="Arial" panose="020B0604020202020204" pitchFamily="34" charset="0"/>
                <a:ea typeface="+mj-ea"/>
                <a:cs typeface="+mj-cs"/>
              </a:defRPr>
            </a:lvl1pPr>
          </a:lstStyle>
          <a:p>
            <a:r>
              <a:rPr lang="en-US" sz="3200"/>
              <a:t>Stock Price Forecasting</a:t>
            </a:r>
          </a:p>
        </p:txBody>
      </p:sp>
      <p:sp>
        <p:nvSpPr>
          <p:cNvPr id="2" name="TextBox 1">
            <a:extLst>
              <a:ext uri="{FF2B5EF4-FFF2-40B4-BE49-F238E27FC236}">
                <a16:creationId xmlns:a16="http://schemas.microsoft.com/office/drawing/2014/main" id="{A7911EA7-81CB-0BC7-FB54-014E7174DB23}"/>
              </a:ext>
            </a:extLst>
          </p:cNvPr>
          <p:cNvSpPr txBox="1"/>
          <p:nvPr/>
        </p:nvSpPr>
        <p:spPr>
          <a:xfrm>
            <a:off x="385011" y="1275347"/>
            <a:ext cx="69783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rPr>
              <a:t>1.  Fit ARIMA model </a:t>
            </a:r>
            <a:r>
              <a:rPr lang="en-US">
                <a:latin typeface="Arial"/>
                <a:cs typeface="Arial"/>
              </a:rPr>
              <a:t>​</a:t>
            </a:r>
            <a:endParaRPr lang="en-US"/>
          </a:p>
        </p:txBody>
      </p:sp>
      <p:pic>
        <p:nvPicPr>
          <p:cNvPr id="4" name="Picture 4" descr="Text, letter&#10;&#10;Description automatically generated">
            <a:extLst>
              <a:ext uri="{FF2B5EF4-FFF2-40B4-BE49-F238E27FC236}">
                <a16:creationId xmlns:a16="http://schemas.microsoft.com/office/drawing/2014/main" id="{2D05ABAB-E2D1-A2ED-95B7-54676422745F}"/>
              </a:ext>
            </a:extLst>
          </p:cNvPr>
          <p:cNvPicPr>
            <a:picLocks noChangeAspect="1"/>
          </p:cNvPicPr>
          <p:nvPr/>
        </p:nvPicPr>
        <p:blipFill>
          <a:blip r:embed="rId2"/>
          <a:stretch>
            <a:fillRect/>
          </a:stretch>
        </p:blipFill>
        <p:spPr>
          <a:xfrm>
            <a:off x="517359" y="3481815"/>
            <a:ext cx="3368843" cy="1955780"/>
          </a:xfrm>
          <a:prstGeom prst="rect">
            <a:avLst/>
          </a:prstGeom>
        </p:spPr>
      </p:pic>
      <p:sp>
        <p:nvSpPr>
          <p:cNvPr id="5" name="TextBox 4">
            <a:extLst>
              <a:ext uri="{FF2B5EF4-FFF2-40B4-BE49-F238E27FC236}">
                <a16:creationId xmlns:a16="http://schemas.microsoft.com/office/drawing/2014/main" id="{A51CF63E-1B9B-54B0-50B2-6C8F41C9EE70}"/>
              </a:ext>
            </a:extLst>
          </p:cNvPr>
          <p:cNvSpPr txBox="1"/>
          <p:nvPr/>
        </p:nvSpPr>
        <p:spPr>
          <a:xfrm>
            <a:off x="385010" y="2045367"/>
            <a:ext cx="69783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b="1">
                <a:cs typeface="Arial"/>
              </a:rPr>
              <a:t>Find the optimal parameters (p, d, q)</a:t>
            </a:r>
          </a:p>
        </p:txBody>
      </p:sp>
      <p:sp>
        <p:nvSpPr>
          <p:cNvPr id="6" name="TextBox 5">
            <a:extLst>
              <a:ext uri="{FF2B5EF4-FFF2-40B4-BE49-F238E27FC236}">
                <a16:creationId xmlns:a16="http://schemas.microsoft.com/office/drawing/2014/main" id="{B54B1721-5189-1B95-6F61-07C29233E8AB}"/>
              </a:ext>
            </a:extLst>
          </p:cNvPr>
          <p:cNvSpPr txBox="1"/>
          <p:nvPr/>
        </p:nvSpPr>
        <p:spPr>
          <a:xfrm>
            <a:off x="381000" y="2815387"/>
            <a:ext cx="20533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JPM (0, 1, 2)</a:t>
            </a:r>
            <a:endParaRPr lang="en-US"/>
          </a:p>
        </p:txBody>
      </p:sp>
      <p:sp>
        <p:nvSpPr>
          <p:cNvPr id="7" name="TextBox 6">
            <a:extLst>
              <a:ext uri="{FF2B5EF4-FFF2-40B4-BE49-F238E27FC236}">
                <a16:creationId xmlns:a16="http://schemas.microsoft.com/office/drawing/2014/main" id="{C97BACF6-A75F-1AF9-F1CB-75714B21392D}"/>
              </a:ext>
            </a:extLst>
          </p:cNvPr>
          <p:cNvSpPr txBox="1"/>
          <p:nvPr/>
        </p:nvSpPr>
        <p:spPr>
          <a:xfrm>
            <a:off x="4335378" y="2815386"/>
            <a:ext cx="21656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Google (1, 1, 1)</a:t>
            </a:r>
            <a:endParaRPr lang="en-US"/>
          </a:p>
        </p:txBody>
      </p:sp>
      <p:sp>
        <p:nvSpPr>
          <p:cNvPr id="8" name="TextBox 7">
            <a:extLst>
              <a:ext uri="{FF2B5EF4-FFF2-40B4-BE49-F238E27FC236}">
                <a16:creationId xmlns:a16="http://schemas.microsoft.com/office/drawing/2014/main" id="{9E6C3B48-82D8-620A-DA0B-C093AA359F05}"/>
              </a:ext>
            </a:extLst>
          </p:cNvPr>
          <p:cNvSpPr txBox="1"/>
          <p:nvPr/>
        </p:nvSpPr>
        <p:spPr>
          <a:xfrm>
            <a:off x="8482262" y="2815386"/>
            <a:ext cx="20373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Tesla (0, 1, 1)</a:t>
            </a:r>
            <a:endParaRPr lang="en-US"/>
          </a:p>
        </p:txBody>
      </p:sp>
      <p:pic>
        <p:nvPicPr>
          <p:cNvPr id="9" name="Picture 9" descr="Text, letter&#10;&#10;Description automatically generated">
            <a:extLst>
              <a:ext uri="{FF2B5EF4-FFF2-40B4-BE49-F238E27FC236}">
                <a16:creationId xmlns:a16="http://schemas.microsoft.com/office/drawing/2014/main" id="{0E4EEB97-4F62-88BC-055A-261EBFB5470F}"/>
              </a:ext>
            </a:extLst>
          </p:cNvPr>
          <p:cNvPicPr>
            <a:picLocks noChangeAspect="1"/>
          </p:cNvPicPr>
          <p:nvPr/>
        </p:nvPicPr>
        <p:blipFill>
          <a:blip r:embed="rId3"/>
          <a:stretch>
            <a:fillRect/>
          </a:stretch>
        </p:blipFill>
        <p:spPr>
          <a:xfrm>
            <a:off x="4439654" y="3483590"/>
            <a:ext cx="3513221" cy="1944210"/>
          </a:xfrm>
          <a:prstGeom prst="rect">
            <a:avLst/>
          </a:prstGeom>
        </p:spPr>
      </p:pic>
      <p:pic>
        <p:nvPicPr>
          <p:cNvPr id="10" name="Picture 10" descr="Text, letter&#10;&#10;Description automatically generated">
            <a:extLst>
              <a:ext uri="{FF2B5EF4-FFF2-40B4-BE49-F238E27FC236}">
                <a16:creationId xmlns:a16="http://schemas.microsoft.com/office/drawing/2014/main" id="{061D49F3-900B-29AA-9465-4E77395AC31C}"/>
              </a:ext>
            </a:extLst>
          </p:cNvPr>
          <p:cNvPicPr>
            <a:picLocks noChangeAspect="1"/>
          </p:cNvPicPr>
          <p:nvPr/>
        </p:nvPicPr>
        <p:blipFill>
          <a:blip r:embed="rId4"/>
          <a:stretch>
            <a:fillRect/>
          </a:stretch>
        </p:blipFill>
        <p:spPr>
          <a:xfrm>
            <a:off x="8666749" y="3484288"/>
            <a:ext cx="3384884" cy="1934789"/>
          </a:xfrm>
          <a:prstGeom prst="rect">
            <a:avLst/>
          </a:prstGeom>
        </p:spPr>
      </p:pic>
    </p:spTree>
    <p:extLst>
      <p:ext uri="{BB962C8B-B14F-4D97-AF65-F5344CB8AC3E}">
        <p14:creationId xmlns:p14="http://schemas.microsoft.com/office/powerpoint/2010/main" val="877077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5">
            <a:extLst>
              <a:ext uri="{FF2B5EF4-FFF2-40B4-BE49-F238E27FC236}">
                <a16:creationId xmlns:a16="http://schemas.microsoft.com/office/drawing/2014/main" id="{573B5CBA-ADCA-A343-B1FB-A9975657ECE9}"/>
              </a:ext>
            </a:extLst>
          </p:cNvPr>
          <p:cNvSpPr txBox="1">
            <a:spLocks/>
          </p:cNvSpPr>
          <p:nvPr/>
        </p:nvSpPr>
        <p:spPr>
          <a:xfrm>
            <a:off x="381000" y="499761"/>
            <a:ext cx="11430000" cy="443198"/>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3600" b="1" i="0" kern="1200">
                <a:solidFill>
                  <a:schemeClr val="tx2"/>
                </a:solidFill>
                <a:latin typeface="Arial" panose="020B0604020202020204" pitchFamily="34" charset="0"/>
                <a:ea typeface="+mj-ea"/>
                <a:cs typeface="+mj-cs"/>
              </a:defRPr>
            </a:lvl1pPr>
          </a:lstStyle>
          <a:p>
            <a:r>
              <a:rPr lang="en-US" sz="3200"/>
              <a:t>Stock Price Forecasting</a:t>
            </a:r>
          </a:p>
        </p:txBody>
      </p:sp>
      <p:sp>
        <p:nvSpPr>
          <p:cNvPr id="2" name="TextBox 1">
            <a:extLst>
              <a:ext uri="{FF2B5EF4-FFF2-40B4-BE49-F238E27FC236}">
                <a16:creationId xmlns:a16="http://schemas.microsoft.com/office/drawing/2014/main" id="{A7911EA7-81CB-0BC7-FB54-014E7174DB23}"/>
              </a:ext>
            </a:extLst>
          </p:cNvPr>
          <p:cNvSpPr txBox="1"/>
          <p:nvPr/>
        </p:nvSpPr>
        <p:spPr>
          <a:xfrm>
            <a:off x="385011" y="1275347"/>
            <a:ext cx="69783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rPr>
              <a:t>2. Fit </a:t>
            </a:r>
            <a:r>
              <a:rPr lang="en-US" b="1">
                <a:latin typeface="Arial"/>
                <a:cs typeface="Arial"/>
              </a:rPr>
              <a:t>random forest </a:t>
            </a:r>
            <a:r>
              <a:rPr lang="en-US">
                <a:latin typeface="Arial"/>
                <a:cs typeface="Arial"/>
              </a:rPr>
              <a:t>​</a:t>
            </a:r>
            <a:endParaRPr lang="en-US"/>
          </a:p>
        </p:txBody>
      </p:sp>
      <p:pic>
        <p:nvPicPr>
          <p:cNvPr id="6" name="Picture 6" descr="Text&#10;&#10;Description automatically generated">
            <a:extLst>
              <a:ext uri="{FF2B5EF4-FFF2-40B4-BE49-F238E27FC236}">
                <a16:creationId xmlns:a16="http://schemas.microsoft.com/office/drawing/2014/main" id="{7E2AB400-9A9A-5530-405C-EEF78B39FADC}"/>
              </a:ext>
            </a:extLst>
          </p:cNvPr>
          <p:cNvPicPr>
            <a:picLocks noChangeAspect="1"/>
          </p:cNvPicPr>
          <p:nvPr/>
        </p:nvPicPr>
        <p:blipFill>
          <a:blip r:embed="rId2"/>
          <a:stretch>
            <a:fillRect/>
          </a:stretch>
        </p:blipFill>
        <p:spPr>
          <a:xfrm>
            <a:off x="5933341" y="2063885"/>
            <a:ext cx="5061624" cy="2646018"/>
          </a:xfrm>
          <a:prstGeom prst="rect">
            <a:avLst/>
          </a:prstGeom>
        </p:spPr>
      </p:pic>
      <p:pic>
        <p:nvPicPr>
          <p:cNvPr id="7" name="Picture 7">
            <a:extLst>
              <a:ext uri="{FF2B5EF4-FFF2-40B4-BE49-F238E27FC236}">
                <a16:creationId xmlns:a16="http://schemas.microsoft.com/office/drawing/2014/main" id="{208E4D67-E1BD-E853-8D72-8BF017183E68}"/>
              </a:ext>
            </a:extLst>
          </p:cNvPr>
          <p:cNvPicPr>
            <a:picLocks noChangeAspect="1"/>
          </p:cNvPicPr>
          <p:nvPr/>
        </p:nvPicPr>
        <p:blipFill>
          <a:blip r:embed="rId3"/>
          <a:stretch>
            <a:fillRect/>
          </a:stretch>
        </p:blipFill>
        <p:spPr>
          <a:xfrm>
            <a:off x="760378" y="5094822"/>
            <a:ext cx="10233498" cy="364866"/>
          </a:xfrm>
          <a:prstGeom prst="rect">
            <a:avLst/>
          </a:prstGeom>
        </p:spPr>
      </p:pic>
      <p:sp>
        <p:nvSpPr>
          <p:cNvPr id="8" name="TextBox 7">
            <a:extLst>
              <a:ext uri="{FF2B5EF4-FFF2-40B4-BE49-F238E27FC236}">
                <a16:creationId xmlns:a16="http://schemas.microsoft.com/office/drawing/2014/main" id="{215E2C4D-6AE8-CEF0-C76E-E773A9792C41}"/>
              </a:ext>
            </a:extLst>
          </p:cNvPr>
          <p:cNvSpPr txBox="1"/>
          <p:nvPr/>
        </p:nvSpPr>
        <p:spPr>
          <a:xfrm>
            <a:off x="648510" y="2156297"/>
            <a:ext cx="479897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400" b="1">
                <a:latin typeface="Sofia Pro Medium"/>
                <a:cs typeface="Times New Roman"/>
              </a:rPr>
              <a:t>Create two lags</a:t>
            </a:r>
            <a:endParaRPr lang="en-US" sz="2400">
              <a:latin typeface="Sofia Pro Medium"/>
            </a:endParaRPr>
          </a:p>
          <a:p>
            <a:r>
              <a:rPr lang="en-US" sz="2400" b="1">
                <a:latin typeface="Sofia Pro Medium"/>
                <a:cs typeface="Times New Roman"/>
              </a:rPr>
              <a:t>   as variables</a:t>
            </a:r>
            <a:endParaRPr lang="en-US" sz="2400">
              <a:latin typeface="Sofia Pro Medium"/>
              <a:cs typeface="Arial" panose="020B0604020202020204"/>
            </a:endParaRPr>
          </a:p>
          <a:p>
            <a:pPr marL="285750" indent="-285750">
              <a:buFont typeface="Calibri"/>
              <a:buChar char="-"/>
            </a:pPr>
            <a:endParaRPr lang="en-US" sz="2400" b="1">
              <a:latin typeface="Sofia Pro Medium"/>
              <a:cs typeface="Times New Roman"/>
            </a:endParaRPr>
          </a:p>
          <a:p>
            <a:pPr marL="285750" indent="-285750">
              <a:buFont typeface="Calibri"/>
              <a:buChar char="-"/>
            </a:pPr>
            <a:r>
              <a:rPr lang="en-US" sz="2400" b="1">
                <a:latin typeface="Sofia Pro Medium"/>
                <a:cs typeface="Times New Roman"/>
              </a:rPr>
              <a:t>Use the variables to fit the random forest model</a:t>
            </a:r>
          </a:p>
        </p:txBody>
      </p:sp>
    </p:spTree>
    <p:extLst>
      <p:ext uri="{BB962C8B-B14F-4D97-AF65-F5344CB8AC3E}">
        <p14:creationId xmlns:p14="http://schemas.microsoft.com/office/powerpoint/2010/main" val="4206926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p:cNvSpPr>
            <a:spLocks noGrp="1"/>
          </p:cNvSpPr>
          <p:nvPr>
            <p:ph type="title"/>
          </p:nvPr>
        </p:nvSpPr>
        <p:spPr>
          <a:xfrm>
            <a:off x="381000" y="499761"/>
            <a:ext cx="11430000" cy="443198"/>
          </a:xfrm>
        </p:spPr>
        <p:txBody>
          <a:bodyPr/>
          <a:lstStyle/>
          <a:p>
            <a:r>
              <a:rPr lang="en-US" sz="3200"/>
              <a:t>Risk Estimation</a:t>
            </a:r>
          </a:p>
        </p:txBody>
      </p:sp>
      <p:sp>
        <p:nvSpPr>
          <p:cNvPr id="3" name="文本框 2">
            <a:extLst>
              <a:ext uri="{FF2B5EF4-FFF2-40B4-BE49-F238E27FC236}">
                <a16:creationId xmlns:a16="http://schemas.microsoft.com/office/drawing/2014/main" id="{D3E28582-710B-FB4A-A849-65552A5D38FB}"/>
              </a:ext>
            </a:extLst>
          </p:cNvPr>
          <p:cNvSpPr txBox="1"/>
          <p:nvPr/>
        </p:nvSpPr>
        <p:spPr>
          <a:xfrm>
            <a:off x="282189" y="1401635"/>
            <a:ext cx="6825916" cy="369332"/>
          </a:xfrm>
          <a:prstGeom prst="rect">
            <a:avLst/>
          </a:prstGeom>
          <a:noFill/>
        </p:spPr>
        <p:txBody>
          <a:bodyPr wrap="square" rtlCol="0">
            <a:spAutoFit/>
          </a:bodyPr>
          <a:lstStyle/>
          <a:p>
            <a:pPr algn="l"/>
            <a:r>
              <a:rPr kumimoji="1" lang="en-US" altLang="zh-CN" b="1"/>
              <a:t>1.  Fit AR(1)-GARCH(1,1) model </a:t>
            </a:r>
          </a:p>
        </p:txBody>
      </p:sp>
      <p:sp>
        <p:nvSpPr>
          <p:cNvPr id="15" name="文本框 14">
            <a:extLst>
              <a:ext uri="{FF2B5EF4-FFF2-40B4-BE49-F238E27FC236}">
                <a16:creationId xmlns:a16="http://schemas.microsoft.com/office/drawing/2014/main" id="{6B17DF1A-2706-F743-8804-9F4710680547}"/>
              </a:ext>
            </a:extLst>
          </p:cNvPr>
          <p:cNvSpPr txBox="1"/>
          <p:nvPr/>
        </p:nvSpPr>
        <p:spPr>
          <a:xfrm>
            <a:off x="282188" y="3858039"/>
            <a:ext cx="5504249" cy="369332"/>
          </a:xfrm>
          <a:prstGeom prst="rect">
            <a:avLst/>
          </a:prstGeom>
          <a:noFill/>
        </p:spPr>
        <p:txBody>
          <a:bodyPr wrap="square" rtlCol="0">
            <a:spAutoFit/>
          </a:bodyPr>
          <a:lstStyle/>
          <a:p>
            <a:pPr algn="l"/>
            <a:r>
              <a:rPr kumimoji="1" lang="en-US" altLang="zh-CN" b="1"/>
              <a:t>2.  Conduct residual analysis for AR(p) part</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4DB3DC6-4B1A-C843-862D-6A1F79CAB0DB}"/>
                  </a:ext>
                </a:extLst>
              </p:cNvPr>
              <p:cNvSpPr txBox="1"/>
              <p:nvPr/>
            </p:nvSpPr>
            <p:spPr>
              <a:xfrm>
                <a:off x="282190" y="5527938"/>
                <a:ext cx="6825915" cy="369332"/>
              </a:xfrm>
              <a:prstGeom prst="rect">
                <a:avLst/>
              </a:prstGeom>
              <a:noFill/>
            </p:spPr>
            <p:txBody>
              <a:bodyPr wrap="square" rtlCol="0">
                <a:spAutoFit/>
              </a:bodyPr>
              <a:lstStyle/>
              <a:p>
                <a:pPr algn="l"/>
                <a:r>
                  <a:rPr kumimoji="1" lang="en-US" altLang="zh-CN" b="1"/>
                  <a:t>3.  Simulate </a:t>
                </a:r>
                <a14:m>
                  <m:oMath xmlns:m="http://schemas.openxmlformats.org/officeDocument/2006/math">
                    <m:sSub>
                      <m:sSubPr>
                        <m:ctrlPr>
                          <a:rPr kumimoji="1" lang="en-US" altLang="zh-CN" b="1" i="1" smtClean="0">
                            <a:latin typeface="Cambria Math" panose="02040503050406030204" pitchFamily="18" charset="0"/>
                            <a:ea typeface="Cambria Math" panose="02040503050406030204" pitchFamily="18" charset="0"/>
                          </a:rPr>
                        </m:ctrlPr>
                      </m:sSubPr>
                      <m:e>
                        <m:r>
                          <a:rPr kumimoji="1" lang="en-US" altLang="zh-CN" b="1" i="1" smtClean="0">
                            <a:latin typeface="Cambria Math" panose="02040503050406030204" pitchFamily="18" charset="0"/>
                            <a:ea typeface="Cambria Math" panose="02040503050406030204" pitchFamily="18" charset="0"/>
                          </a:rPr>
                          <m:t>𝜺</m:t>
                        </m:r>
                      </m:e>
                      <m:sub>
                        <m:r>
                          <a:rPr kumimoji="1" lang="en-US" altLang="zh-CN" b="1" i="1" smtClean="0">
                            <a:latin typeface="Cambria Math" panose="02040503050406030204" pitchFamily="18" charset="0"/>
                            <a:ea typeface="Cambria Math" panose="02040503050406030204" pitchFamily="18" charset="0"/>
                          </a:rPr>
                          <m:t>𝒕</m:t>
                        </m:r>
                      </m:sub>
                    </m:sSub>
                  </m:oMath>
                </a14:m>
                <a:r>
                  <a:rPr kumimoji="1" lang="en-US" altLang="zh-CN" b="1"/>
                  <a:t> from the fitted copula model </a:t>
                </a:r>
              </a:p>
            </p:txBody>
          </p:sp>
        </mc:Choice>
        <mc:Fallback xmlns="">
          <p:sp>
            <p:nvSpPr>
              <p:cNvPr id="16" name="文本框 15">
                <a:extLst>
                  <a:ext uri="{FF2B5EF4-FFF2-40B4-BE49-F238E27FC236}">
                    <a16:creationId xmlns:a16="http://schemas.microsoft.com/office/drawing/2014/main" id="{B4DB3DC6-4B1A-C843-862D-6A1F79CAB0DB}"/>
                  </a:ext>
                </a:extLst>
              </p:cNvPr>
              <p:cNvSpPr txBox="1">
                <a:spLocks noRot="1" noChangeAspect="1" noMove="1" noResize="1" noEditPoints="1" noAdjustHandles="1" noChangeArrowheads="1" noChangeShapeType="1" noTextEdit="1"/>
              </p:cNvSpPr>
              <p:nvPr/>
            </p:nvSpPr>
            <p:spPr>
              <a:xfrm>
                <a:off x="282190" y="5527938"/>
                <a:ext cx="6825915" cy="369332"/>
              </a:xfrm>
              <a:prstGeom prst="rect">
                <a:avLst/>
              </a:prstGeom>
              <a:blipFill>
                <a:blip r:embed="rId3"/>
                <a:stretch>
                  <a:fillRect l="-714"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6F3C465-73E8-CE4A-84AD-28AC69C4DF9C}"/>
                  </a:ext>
                </a:extLst>
              </p:cNvPr>
              <p:cNvSpPr txBox="1"/>
              <p:nvPr/>
            </p:nvSpPr>
            <p:spPr>
              <a:xfrm>
                <a:off x="784665" y="2172657"/>
                <a:ext cx="2201423" cy="276999"/>
              </a:xfrm>
              <a:prstGeom prst="rect">
                <a:avLst/>
              </a:prstGeom>
              <a:noFill/>
            </p:spPr>
            <p:txBody>
              <a:bodyPr wrap="square" lIns="0" tIns="0" rIns="0" bIns="0" rtlCol="0">
                <a:spAutoFit/>
              </a:bodyPr>
              <a:lstStyle/>
              <a:p>
                <a:pPr algn="l"/>
                <a14:m>
                  <m:oMath xmlns:m="http://schemas.openxmlformats.org/officeDocument/2006/math">
                    <m:sSub>
                      <m:sSubPr>
                        <m:ctrlPr>
                          <a:rPr kumimoji="1" lang="en-US" altLang="zh-CN" i="1" smtClean="0">
                            <a:latin typeface="Cambria Math" panose="02040503050406030204" pitchFamily="18" charset="0"/>
                          </a:rPr>
                        </m:ctrlPr>
                      </m:sSubPr>
                      <m:e>
                        <m:r>
                          <a:rPr kumimoji="1" lang="en-US" altLang="zh-CN" b="0" i="1" smtClean="0">
                            <a:latin typeface="Cambria Math" panose="02040503050406030204" pitchFamily="18" charset="0"/>
                          </a:rPr>
                          <m:t>𝑋</m:t>
                        </m:r>
                      </m:e>
                      <m:sub>
                        <m:r>
                          <a:rPr kumimoji="1" lang="en-US" altLang="zh-CN" b="0" i="1" smtClean="0">
                            <a:latin typeface="Cambria Math" panose="02040503050406030204" pitchFamily="18" charset="0"/>
                          </a:rPr>
                          <m:t>𝑡</m:t>
                        </m:r>
                        <m:r>
                          <a:rPr kumimoji="1" lang="en-US" altLang="zh-CN" b="0" i="1" smtClean="0">
                            <a:latin typeface="Cambria Math" panose="02040503050406030204" pitchFamily="18" charset="0"/>
                          </a:rPr>
                          <m:t>+1</m:t>
                        </m:r>
                      </m:sub>
                    </m:sSub>
                  </m:oMath>
                </a14:m>
                <a:r>
                  <a:rPr kumimoji="1" lang="en-US" altLang="zh-CN" i="1">
                    <a:latin typeface="Sofia Pro Medium" panose="020B0000000000000000" pitchFamily="34" charset="0"/>
                  </a:rPr>
                  <a:t> =  </a:t>
                </a:r>
                <a14:m>
                  <m:oMath xmlns:m="http://schemas.openxmlformats.org/officeDocument/2006/math">
                    <m:r>
                      <a:rPr kumimoji="1" lang="en-US" altLang="zh-CN" b="0" i="1" smtClean="0">
                        <a:latin typeface="Cambria Math" panose="02040503050406030204" pitchFamily="18" charset="0"/>
                        <a:ea typeface="Cambria Math" panose="02040503050406030204" pitchFamily="18" charset="0"/>
                      </a:rPr>
                      <m:t>𝜇</m:t>
                    </m:r>
                    <m:r>
                      <a:rPr kumimoji="1" lang="en-US" altLang="zh-CN" b="0" i="1" smtClean="0">
                        <a:latin typeface="Cambria Math" panose="02040503050406030204" pitchFamily="18" charset="0"/>
                        <a:ea typeface="Cambria Math" panose="02040503050406030204" pitchFamily="18" charset="0"/>
                      </a:rPr>
                      <m:t>+∅</m:t>
                    </m:r>
                    <m:sSub>
                      <m:sSubPr>
                        <m:ctrlPr>
                          <a:rPr kumimoji="1" lang="en-US" altLang="zh-CN"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𝑋</m:t>
                        </m:r>
                      </m:e>
                      <m:sub>
                        <m:r>
                          <a:rPr kumimoji="1" lang="en-US" altLang="zh-CN" b="0" i="1" smtClean="0">
                            <a:latin typeface="Cambria Math" panose="02040503050406030204" pitchFamily="18" charset="0"/>
                            <a:ea typeface="Cambria Math" panose="02040503050406030204" pitchFamily="18" charset="0"/>
                          </a:rPr>
                          <m:t>𝑡</m:t>
                        </m:r>
                      </m:sub>
                    </m:sSub>
                    <m:r>
                      <a:rPr kumimoji="1" lang="en-US" altLang="zh-CN" b="0" i="1" smtClean="0">
                        <a:latin typeface="Cambria Math" panose="02040503050406030204" pitchFamily="18" charset="0"/>
                        <a:ea typeface="Cambria Math" panose="02040503050406030204" pitchFamily="18" charset="0"/>
                      </a:rPr>
                      <m:t>+</m:t>
                    </m:r>
                    <m:sSub>
                      <m:sSubPr>
                        <m:ctrlPr>
                          <a:rPr kumimoji="1" lang="en-US" altLang="zh-CN"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𝑒</m:t>
                        </m:r>
                      </m:e>
                      <m:sub>
                        <m:r>
                          <a:rPr kumimoji="1" lang="en-US" altLang="zh-CN" b="0" i="1" smtClean="0">
                            <a:latin typeface="Cambria Math" panose="02040503050406030204" pitchFamily="18" charset="0"/>
                            <a:ea typeface="Cambria Math" panose="02040503050406030204" pitchFamily="18" charset="0"/>
                          </a:rPr>
                          <m:t>𝑡</m:t>
                        </m:r>
                        <m:r>
                          <a:rPr kumimoji="1" lang="en-US" altLang="zh-CN" b="0" i="1" smtClean="0">
                            <a:latin typeface="Cambria Math" panose="02040503050406030204" pitchFamily="18" charset="0"/>
                            <a:ea typeface="Cambria Math" panose="02040503050406030204" pitchFamily="18" charset="0"/>
                          </a:rPr>
                          <m:t>+1</m:t>
                        </m:r>
                      </m:sub>
                    </m:sSub>
                  </m:oMath>
                </a14:m>
                <a:endParaRPr kumimoji="1" lang="zh-CN" altLang="en-US" i="1">
                  <a:latin typeface="Sofia Pro Medium" panose="020B0000000000000000" pitchFamily="34" charset="0"/>
                </a:endParaRPr>
              </a:p>
            </p:txBody>
          </p:sp>
        </mc:Choice>
        <mc:Fallback xmlns="">
          <p:sp>
            <p:nvSpPr>
              <p:cNvPr id="12" name="文本框 11">
                <a:extLst>
                  <a:ext uri="{FF2B5EF4-FFF2-40B4-BE49-F238E27FC236}">
                    <a16:creationId xmlns:a16="http://schemas.microsoft.com/office/drawing/2014/main" id="{66F3C465-73E8-CE4A-84AD-28AC69C4DF9C}"/>
                  </a:ext>
                </a:extLst>
              </p:cNvPr>
              <p:cNvSpPr txBox="1">
                <a:spLocks noRot="1" noChangeAspect="1" noMove="1" noResize="1" noEditPoints="1" noAdjustHandles="1" noChangeArrowheads="1" noChangeShapeType="1" noTextEdit="1"/>
              </p:cNvSpPr>
              <p:nvPr/>
            </p:nvSpPr>
            <p:spPr>
              <a:xfrm>
                <a:off x="784665" y="2172657"/>
                <a:ext cx="2201423" cy="276999"/>
              </a:xfrm>
              <a:prstGeom prst="rect">
                <a:avLst/>
              </a:prstGeom>
              <a:blipFill>
                <a:blip r:embed="rId4"/>
                <a:stretch>
                  <a:fillRect l="-3878" t="-28261" r="-1108"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D5D31D3-5E96-7541-97EF-F625A3C5F8A2}"/>
                  </a:ext>
                </a:extLst>
              </p:cNvPr>
              <p:cNvSpPr txBox="1"/>
              <p:nvPr/>
            </p:nvSpPr>
            <p:spPr>
              <a:xfrm>
                <a:off x="4380340" y="2157177"/>
                <a:ext cx="1715660" cy="246221"/>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𝑒</m:t>
                          </m:r>
                        </m:e>
                        <m:sub>
                          <m:r>
                            <a:rPr kumimoji="1" lang="en-US" altLang="zh-CN" sz="1600" b="0" i="1" smtClean="0">
                              <a:latin typeface="Cambria Math" panose="02040503050406030204" pitchFamily="18" charset="0"/>
                            </a:rPr>
                            <m:t>𝑡</m:t>
                          </m:r>
                          <m:r>
                            <a:rPr kumimoji="1" lang="en-US" altLang="zh-CN" sz="1600" b="0" i="1" smtClean="0">
                              <a:latin typeface="Cambria Math" panose="02040503050406030204" pitchFamily="18" charset="0"/>
                            </a:rPr>
                            <m:t>+1</m:t>
                          </m:r>
                        </m:sub>
                      </m:sSub>
                      <m:r>
                        <a:rPr kumimoji="1" lang="en-US" altLang="zh-CN" sz="1600" b="0" i="1" smtClean="0">
                          <a:latin typeface="Cambria Math" panose="02040503050406030204" pitchFamily="18" charset="0"/>
                        </a:rPr>
                        <m:t>=</m:t>
                      </m:r>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𝜎</m:t>
                          </m:r>
                        </m:e>
                        <m:sub>
                          <m:r>
                            <a:rPr kumimoji="1" lang="en-US" altLang="zh-CN" sz="1600" b="0" i="1" smtClean="0">
                              <a:latin typeface="Cambria Math" panose="02040503050406030204" pitchFamily="18" charset="0"/>
                            </a:rPr>
                            <m:t>𝑡</m:t>
                          </m:r>
                          <m:r>
                            <a:rPr kumimoji="1" lang="en-US" altLang="zh-CN" sz="1600" b="0" i="1" smtClean="0">
                              <a:latin typeface="Cambria Math" panose="02040503050406030204" pitchFamily="18" charset="0"/>
                            </a:rPr>
                            <m:t>+1</m:t>
                          </m:r>
                        </m:sub>
                      </m:sSub>
                      <m:r>
                        <a:rPr kumimoji="1" lang="en-US" altLang="zh-CN" sz="1600" b="0" i="1" smtClean="0">
                          <a:latin typeface="Cambria Math" panose="02040503050406030204" pitchFamily="18" charset="0"/>
                        </a:rPr>
                        <m:t>+</m:t>
                      </m:r>
                      <m:sSub>
                        <m:sSubPr>
                          <m:ctrlPr>
                            <a:rPr kumimoji="1" lang="en-US" altLang="zh-CN" sz="1600" b="0" i="1" smtClean="0">
                              <a:latin typeface="Cambria Math" panose="02040503050406030204" pitchFamily="18" charset="0"/>
                              <a:ea typeface="Cambria Math" panose="02040503050406030204" pitchFamily="18" charset="0"/>
                            </a:rPr>
                          </m:ctrlPr>
                        </m:sSubPr>
                        <m:e>
                          <m:r>
                            <a:rPr kumimoji="1" lang="en-US" altLang="zh-CN" sz="1600" b="0" i="1" smtClean="0">
                              <a:latin typeface="Cambria Math" panose="02040503050406030204" pitchFamily="18" charset="0"/>
                              <a:ea typeface="Cambria Math" panose="02040503050406030204" pitchFamily="18" charset="0"/>
                            </a:rPr>
                            <m:t>𝜀</m:t>
                          </m:r>
                        </m:e>
                        <m:sub>
                          <m:r>
                            <a:rPr kumimoji="1" lang="en-US" altLang="zh-CN" sz="1600" b="0" i="1" smtClean="0">
                              <a:latin typeface="Cambria Math" panose="02040503050406030204" pitchFamily="18" charset="0"/>
                              <a:ea typeface="Cambria Math" panose="02040503050406030204" pitchFamily="18" charset="0"/>
                            </a:rPr>
                            <m:t>𝑡</m:t>
                          </m:r>
                          <m:r>
                            <a:rPr kumimoji="1" lang="en-US" altLang="zh-CN" sz="1600" b="0" i="1" smtClean="0">
                              <a:latin typeface="Cambria Math" panose="02040503050406030204" pitchFamily="18" charset="0"/>
                              <a:ea typeface="Cambria Math" panose="02040503050406030204" pitchFamily="18" charset="0"/>
                            </a:rPr>
                            <m:t>+1</m:t>
                          </m:r>
                        </m:sub>
                      </m:sSub>
                    </m:oMath>
                  </m:oMathPara>
                </a14:m>
                <a:endParaRPr kumimoji="1" lang="zh-CN" altLang="en-US" sz="1600" i="1">
                  <a:latin typeface="Sofia Pro Medium" panose="020B0000000000000000" pitchFamily="34" charset="0"/>
                </a:endParaRPr>
              </a:p>
            </p:txBody>
          </p:sp>
        </mc:Choice>
        <mc:Fallback xmlns="">
          <p:sp>
            <p:nvSpPr>
              <p:cNvPr id="22" name="文本框 21">
                <a:extLst>
                  <a:ext uri="{FF2B5EF4-FFF2-40B4-BE49-F238E27FC236}">
                    <a16:creationId xmlns:a16="http://schemas.microsoft.com/office/drawing/2014/main" id="{4D5D31D3-5E96-7541-97EF-F625A3C5F8A2}"/>
                  </a:ext>
                </a:extLst>
              </p:cNvPr>
              <p:cNvSpPr txBox="1">
                <a:spLocks noRot="1" noChangeAspect="1" noMove="1" noResize="1" noEditPoints="1" noAdjustHandles="1" noChangeArrowheads="1" noChangeShapeType="1" noTextEdit="1"/>
              </p:cNvSpPr>
              <p:nvPr/>
            </p:nvSpPr>
            <p:spPr>
              <a:xfrm>
                <a:off x="4380340" y="2157177"/>
                <a:ext cx="1715660" cy="246221"/>
              </a:xfrm>
              <a:prstGeom prst="rect">
                <a:avLst/>
              </a:prstGeom>
              <a:blipFill>
                <a:blip r:embed="rId5"/>
                <a:stretch>
                  <a:fillRect l="-356"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E5AE9C5-BF6C-9C49-9EF4-DD8BE5B8FF26}"/>
                  </a:ext>
                </a:extLst>
              </p:cNvPr>
              <p:cNvSpPr txBox="1"/>
              <p:nvPr/>
            </p:nvSpPr>
            <p:spPr>
              <a:xfrm>
                <a:off x="6433031" y="2153008"/>
                <a:ext cx="2396644" cy="250390"/>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Sup>
                        <m:sSubSupPr>
                          <m:ctrlPr>
                            <a:rPr kumimoji="1" lang="en-US" altLang="zh-CN" sz="1600" b="0" i="1" smtClean="0">
                              <a:latin typeface="Cambria Math" panose="02040503050406030204" pitchFamily="18" charset="0"/>
                            </a:rPr>
                          </m:ctrlPr>
                        </m:sSubSupPr>
                        <m:e>
                          <m:r>
                            <a:rPr kumimoji="1" lang="en-US" altLang="zh-CN" sz="1600" b="0" i="1" smtClean="0">
                              <a:latin typeface="Cambria Math" panose="02040503050406030204" pitchFamily="18" charset="0"/>
                            </a:rPr>
                            <m:t>𝜎</m:t>
                          </m:r>
                        </m:e>
                        <m:sub>
                          <m:r>
                            <a:rPr kumimoji="1" lang="en-US" altLang="zh-CN" sz="1600" b="0" i="1" smtClean="0">
                              <a:latin typeface="Cambria Math" panose="02040503050406030204" pitchFamily="18" charset="0"/>
                            </a:rPr>
                            <m:t>𝑡</m:t>
                          </m:r>
                          <m:r>
                            <a:rPr kumimoji="1" lang="en-US" altLang="zh-CN" sz="1600" b="0" i="1" smtClean="0">
                              <a:latin typeface="Cambria Math" panose="02040503050406030204" pitchFamily="18" charset="0"/>
                            </a:rPr>
                            <m:t>+1</m:t>
                          </m:r>
                        </m:sub>
                        <m:sup>
                          <m:r>
                            <a:rPr kumimoji="1" lang="en-US" altLang="zh-CN" sz="1600" b="0" i="1" smtClean="0">
                              <a:latin typeface="Cambria Math" panose="02040503050406030204" pitchFamily="18" charset="0"/>
                            </a:rPr>
                            <m:t>2</m:t>
                          </m:r>
                        </m:sup>
                      </m:sSubSup>
                      <m:r>
                        <a:rPr kumimoji="1" lang="en-US" altLang="zh-CN" sz="1600" b="0" i="1" smtClean="0">
                          <a:latin typeface="Cambria Math" panose="02040503050406030204" pitchFamily="18" charset="0"/>
                        </a:rPr>
                        <m:t>=</m:t>
                      </m:r>
                      <m:r>
                        <a:rPr kumimoji="1" lang="en-US" altLang="zh-CN" sz="1600" b="0" i="1" smtClean="0">
                          <a:latin typeface="Cambria Math" panose="02040503050406030204" pitchFamily="18" charset="0"/>
                        </a:rPr>
                        <m:t>𝜔</m:t>
                      </m:r>
                      <m:r>
                        <a:rPr kumimoji="1" lang="en-US" altLang="zh-CN" sz="1600" b="0" i="1" smtClean="0">
                          <a:latin typeface="Cambria Math" panose="02040503050406030204" pitchFamily="18" charset="0"/>
                        </a:rPr>
                        <m:t>+</m:t>
                      </m:r>
                      <m:r>
                        <a:rPr kumimoji="1" lang="en-US" altLang="zh-CN" sz="1600" b="0" i="1" smtClean="0">
                          <a:latin typeface="Cambria Math" panose="02040503050406030204" pitchFamily="18" charset="0"/>
                        </a:rPr>
                        <m:t>𝛼</m:t>
                      </m:r>
                      <m:sSubSup>
                        <m:sSubSupPr>
                          <m:ctrlPr>
                            <a:rPr kumimoji="1" lang="en-US" altLang="zh-CN" sz="1600" b="0" i="1" smtClean="0">
                              <a:latin typeface="Cambria Math" panose="02040503050406030204" pitchFamily="18" charset="0"/>
                            </a:rPr>
                          </m:ctrlPr>
                        </m:sSubSupPr>
                        <m:e>
                          <m:r>
                            <a:rPr kumimoji="1" lang="en-US" altLang="zh-CN" sz="1600" b="0" i="1" smtClean="0">
                              <a:latin typeface="Cambria Math" panose="02040503050406030204" pitchFamily="18" charset="0"/>
                            </a:rPr>
                            <m:t>𝑒</m:t>
                          </m:r>
                        </m:e>
                        <m:sub>
                          <m:r>
                            <a:rPr kumimoji="1" lang="en-US" altLang="zh-CN" sz="1600" b="0" i="1" smtClean="0">
                              <a:latin typeface="Cambria Math" panose="02040503050406030204" pitchFamily="18" charset="0"/>
                            </a:rPr>
                            <m:t>𝑡</m:t>
                          </m:r>
                        </m:sub>
                        <m:sup>
                          <m:r>
                            <a:rPr kumimoji="1" lang="en-US" altLang="zh-CN" sz="1600" b="0" i="1" smtClean="0">
                              <a:latin typeface="Cambria Math" panose="02040503050406030204" pitchFamily="18" charset="0"/>
                            </a:rPr>
                            <m:t>2</m:t>
                          </m:r>
                        </m:sup>
                      </m:sSubSup>
                      <m:r>
                        <a:rPr kumimoji="1" lang="en-US" altLang="zh-CN" sz="1600" b="0" i="1" smtClean="0">
                          <a:latin typeface="Cambria Math" panose="02040503050406030204" pitchFamily="18" charset="0"/>
                        </a:rPr>
                        <m:t>+</m:t>
                      </m:r>
                      <m:r>
                        <a:rPr kumimoji="1" lang="en-US" altLang="zh-CN" sz="1600" b="0" i="1" smtClean="0">
                          <a:latin typeface="Cambria Math" panose="02040503050406030204" pitchFamily="18" charset="0"/>
                        </a:rPr>
                        <m:t>𝛽</m:t>
                      </m:r>
                      <m:sSubSup>
                        <m:sSubSupPr>
                          <m:ctrlPr>
                            <a:rPr kumimoji="1" lang="en-US" altLang="zh-CN" sz="1600" b="0" i="1" smtClean="0">
                              <a:latin typeface="Cambria Math" panose="02040503050406030204" pitchFamily="18" charset="0"/>
                            </a:rPr>
                          </m:ctrlPr>
                        </m:sSubSupPr>
                        <m:e>
                          <m:r>
                            <a:rPr kumimoji="1" lang="en-US" altLang="zh-CN" sz="1600" b="0" i="1" smtClean="0">
                              <a:latin typeface="Cambria Math" panose="02040503050406030204" pitchFamily="18" charset="0"/>
                            </a:rPr>
                            <m:t>𝜎</m:t>
                          </m:r>
                        </m:e>
                        <m:sub>
                          <m:r>
                            <a:rPr kumimoji="1" lang="en-US" altLang="zh-CN" sz="1600" b="0" i="1" smtClean="0">
                              <a:latin typeface="Cambria Math" panose="02040503050406030204" pitchFamily="18" charset="0"/>
                            </a:rPr>
                            <m:t>𝑡</m:t>
                          </m:r>
                        </m:sub>
                        <m:sup>
                          <m:r>
                            <a:rPr kumimoji="1" lang="en-US" altLang="zh-CN" sz="1600" b="0" i="1" smtClean="0">
                              <a:latin typeface="Cambria Math" panose="02040503050406030204" pitchFamily="18" charset="0"/>
                            </a:rPr>
                            <m:t>2</m:t>
                          </m:r>
                        </m:sup>
                      </m:sSubSup>
                    </m:oMath>
                  </m:oMathPara>
                </a14:m>
                <a:endParaRPr kumimoji="1" lang="zh-CN" altLang="en-US" sz="1600" i="1">
                  <a:latin typeface="Sofia Pro Medium" panose="020B0000000000000000" pitchFamily="34" charset="0"/>
                </a:endParaRPr>
              </a:p>
            </p:txBody>
          </p:sp>
        </mc:Choice>
        <mc:Fallback xmlns="">
          <p:sp>
            <p:nvSpPr>
              <p:cNvPr id="24" name="文本框 23">
                <a:extLst>
                  <a:ext uri="{FF2B5EF4-FFF2-40B4-BE49-F238E27FC236}">
                    <a16:creationId xmlns:a16="http://schemas.microsoft.com/office/drawing/2014/main" id="{DE5AE9C5-BF6C-9C49-9EF4-DD8BE5B8FF26}"/>
                  </a:ext>
                </a:extLst>
              </p:cNvPr>
              <p:cNvSpPr txBox="1">
                <a:spLocks noRot="1" noChangeAspect="1" noMove="1" noResize="1" noEditPoints="1" noAdjustHandles="1" noChangeArrowheads="1" noChangeShapeType="1" noTextEdit="1"/>
              </p:cNvSpPr>
              <p:nvPr/>
            </p:nvSpPr>
            <p:spPr>
              <a:xfrm>
                <a:off x="6433031" y="2153008"/>
                <a:ext cx="2396644" cy="250390"/>
              </a:xfrm>
              <a:prstGeom prst="rect">
                <a:avLst/>
              </a:prstGeom>
              <a:blipFill>
                <a:blip r:embed="rId6"/>
                <a:stretch>
                  <a:fillRect b="-34146"/>
                </a:stretch>
              </a:blipFill>
            </p:spPr>
            <p:txBody>
              <a:bodyPr/>
              <a:lstStyle/>
              <a:p>
                <a:r>
                  <a:rPr lang="en-US">
                    <a:noFill/>
                  </a:rPr>
                  <a:t> </a:t>
                </a:r>
              </a:p>
            </p:txBody>
          </p:sp>
        </mc:Fallback>
      </mc:AlternateContent>
      <p:sp>
        <p:nvSpPr>
          <p:cNvPr id="21" name="框架 20">
            <a:extLst>
              <a:ext uri="{FF2B5EF4-FFF2-40B4-BE49-F238E27FC236}">
                <a16:creationId xmlns:a16="http://schemas.microsoft.com/office/drawing/2014/main" id="{AD51F55A-B914-D54B-9374-4DEF512CFA7F}"/>
              </a:ext>
            </a:extLst>
          </p:cNvPr>
          <p:cNvSpPr/>
          <p:nvPr/>
        </p:nvSpPr>
        <p:spPr>
          <a:xfrm>
            <a:off x="3997363" y="2021300"/>
            <a:ext cx="5039777" cy="558259"/>
          </a:xfrm>
          <a:prstGeom prst="frame">
            <a:avLst>
              <a:gd name="adj1" fmla="val 3747"/>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n>
                <a:solidFill>
                  <a:srgbClr val="FF0000"/>
                </a:solidFill>
              </a:ln>
              <a:solidFill>
                <a:srgbClr val="FF0000"/>
              </a:solidFill>
            </a:endParaRPr>
          </a:p>
        </p:txBody>
      </p:sp>
      <p:sp>
        <p:nvSpPr>
          <p:cNvPr id="28" name="右箭头 27">
            <a:extLst>
              <a:ext uri="{FF2B5EF4-FFF2-40B4-BE49-F238E27FC236}">
                <a16:creationId xmlns:a16="http://schemas.microsoft.com/office/drawing/2014/main" id="{04F6CFE8-3992-3A42-927B-E7EFFF19E99C}"/>
              </a:ext>
            </a:extLst>
          </p:cNvPr>
          <p:cNvSpPr/>
          <p:nvPr/>
        </p:nvSpPr>
        <p:spPr>
          <a:xfrm>
            <a:off x="3108600" y="2281379"/>
            <a:ext cx="473579" cy="126861"/>
          </a:xfrm>
          <a:prstGeom prst="rightArrow">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C455199-29A7-B84B-B4B9-275B20C67936}"/>
                  </a:ext>
                </a:extLst>
              </p:cNvPr>
              <p:cNvSpPr txBox="1"/>
              <p:nvPr/>
            </p:nvSpPr>
            <p:spPr>
              <a:xfrm>
                <a:off x="593298" y="2829892"/>
                <a:ext cx="10678541" cy="338554"/>
              </a:xfrm>
              <a:prstGeom prst="rect">
                <a:avLst/>
              </a:prstGeom>
              <a:noFill/>
            </p:spPr>
            <p:txBody>
              <a:bodyPr wrap="square">
                <a:spAutoFit/>
              </a:bodyPr>
              <a:lstStyle/>
              <a:p>
                <a:pPr>
                  <a:buFont typeface="Arial" panose="020B0604020202020204" pitchFamily="34" charset="0"/>
                  <a:buChar char="•"/>
                </a:pPr>
                <a:r>
                  <a:rPr lang="en-US" altLang="zh-CN" sz="1600" b="0">
                    <a:solidFill>
                      <a:schemeClr val="bg1">
                        <a:lumMod val="10000"/>
                      </a:schemeClr>
                    </a:solidFill>
                    <a:effectLst/>
                    <a:latin typeface="Times New Roman" panose="02020603050405020304" pitchFamily="18" charset="0"/>
                    <a:cs typeface="Times New Roman" panose="02020603050405020304" pitchFamily="18" charset="0"/>
                  </a:rPr>
                  <a:t> </a:t>
                </a:r>
                <a14:m>
                  <m:oMath xmlns:m="http://schemas.openxmlformats.org/officeDocument/2006/math">
                    <m:sSub>
                      <m:sSubPr>
                        <m:ctrlPr>
                          <a:rPr kumimoji="1" lang="en-US" altLang="zh-CN" sz="1600" b="1" i="1">
                            <a:solidFill>
                              <a:schemeClr val="bg1">
                                <a:lumMod val="10000"/>
                              </a:schemeClr>
                            </a:solidFill>
                            <a:latin typeface="Cambria Math" panose="02040503050406030204" pitchFamily="18" charset="0"/>
                          </a:rPr>
                        </m:ctrlPr>
                      </m:sSubPr>
                      <m:e>
                        <m:r>
                          <a:rPr kumimoji="1" lang="en-US" altLang="zh-CN" sz="1600" b="1" i="0" smtClean="0">
                            <a:solidFill>
                              <a:schemeClr val="bg1">
                                <a:lumMod val="10000"/>
                              </a:schemeClr>
                            </a:solidFill>
                            <a:latin typeface="Cambria Math" panose="02040503050406030204" pitchFamily="18" charset="0"/>
                          </a:rPr>
                          <m:t>𝛔</m:t>
                        </m:r>
                      </m:e>
                      <m:sub>
                        <m:r>
                          <a:rPr kumimoji="1" lang="en-US" altLang="zh-CN" sz="1600" b="1" i="0" smtClean="0">
                            <a:solidFill>
                              <a:schemeClr val="bg1">
                                <a:lumMod val="10000"/>
                              </a:schemeClr>
                            </a:solidFill>
                            <a:latin typeface="Cambria Math" panose="02040503050406030204" pitchFamily="18" charset="0"/>
                          </a:rPr>
                          <m:t>𝐭</m:t>
                        </m:r>
                      </m:sub>
                    </m:sSub>
                    <m:r>
                      <a:rPr kumimoji="1" lang="en-US" altLang="zh-CN" sz="1600" i="0" smtClean="0">
                        <a:solidFill>
                          <a:schemeClr val="bg1">
                            <a:lumMod val="10000"/>
                          </a:schemeClr>
                        </a:solidFill>
                        <a:latin typeface="Cambria Math" panose="02040503050406030204" pitchFamily="18" charset="0"/>
                      </a:rPr>
                      <m:t> </m:t>
                    </m:r>
                  </m:oMath>
                </a14:m>
                <a:r>
                  <a:rPr lang="en-US" altLang="zh-CN" sz="1600" b="0">
                    <a:solidFill>
                      <a:schemeClr val="bg1">
                        <a:lumMod val="10000"/>
                      </a:schemeClr>
                    </a:solidFill>
                    <a:effectLst/>
                    <a:latin typeface="Times New Roman" panose="02020603050405020304" pitchFamily="18" charset="0"/>
                    <a:cs typeface="Times New Roman" panose="02020603050405020304" pitchFamily="18" charset="0"/>
                  </a:rPr>
                  <a:t>: </a:t>
                </a:r>
                <a:r>
                  <a:rPr lang="en-US" altLang="zh-CN" sz="1600">
                    <a:solidFill>
                      <a:schemeClr val="bg1">
                        <a:lumMod val="10000"/>
                      </a:schemeClr>
                    </a:solidFill>
                    <a:latin typeface="Times New Roman" panose="02020603050405020304" pitchFamily="18" charset="0"/>
                    <a:cs typeface="Times New Roman" panose="02020603050405020304" pitchFamily="18" charset="0"/>
                  </a:rPr>
                  <a:t> </a:t>
                </a:r>
                <a:r>
                  <a:rPr lang="en-US" altLang="zh-CN" sz="1600" b="0">
                    <a:solidFill>
                      <a:schemeClr val="bg1">
                        <a:lumMod val="10000"/>
                      </a:schemeClr>
                    </a:solidFill>
                    <a:effectLst/>
                    <a:latin typeface="Times New Roman" panose="02020603050405020304" pitchFamily="18" charset="0"/>
                    <a:cs typeface="Times New Roman" panose="02020603050405020304" pitchFamily="18" charset="0"/>
                  </a:rPr>
                  <a:t>represents the time-varying uncertainty or volatility in the model's error term </a:t>
                </a:r>
                <a14:m>
                  <m:oMath xmlns:m="http://schemas.openxmlformats.org/officeDocument/2006/math">
                    <m:sSub>
                      <m:sSubPr>
                        <m:ctrlPr>
                          <a:rPr kumimoji="1" lang="en-US" altLang="zh-CN" sz="1600" b="1" i="1" smtClean="0">
                            <a:solidFill>
                              <a:schemeClr val="bg1">
                                <a:lumMod val="10000"/>
                              </a:schemeClr>
                            </a:solidFill>
                            <a:latin typeface="Cambria Math" panose="02040503050406030204" pitchFamily="18" charset="0"/>
                            <a:ea typeface="Cambria Math" panose="02040503050406030204" pitchFamily="18" charset="0"/>
                          </a:rPr>
                        </m:ctrlPr>
                      </m:sSubPr>
                      <m:e>
                        <m:r>
                          <a:rPr kumimoji="1" lang="en-US" altLang="zh-CN" sz="1600" b="1" i="0" smtClean="0">
                            <a:solidFill>
                              <a:schemeClr val="bg1">
                                <a:lumMod val="10000"/>
                              </a:schemeClr>
                            </a:solidFill>
                            <a:latin typeface="Cambria Math" panose="02040503050406030204" pitchFamily="18" charset="0"/>
                            <a:ea typeface="Cambria Math" panose="02040503050406030204" pitchFamily="18" charset="0"/>
                          </a:rPr>
                          <m:t>𝐞</m:t>
                        </m:r>
                      </m:e>
                      <m:sub>
                        <m:r>
                          <a:rPr kumimoji="1" lang="en-US" altLang="zh-CN" sz="1600" b="1" i="0" smtClean="0">
                            <a:solidFill>
                              <a:schemeClr val="bg1">
                                <a:lumMod val="10000"/>
                              </a:schemeClr>
                            </a:solidFill>
                            <a:latin typeface="Cambria Math" panose="02040503050406030204" pitchFamily="18" charset="0"/>
                            <a:ea typeface="Cambria Math" panose="02040503050406030204" pitchFamily="18" charset="0"/>
                          </a:rPr>
                          <m:t>𝐭</m:t>
                        </m:r>
                      </m:sub>
                    </m:sSub>
                    <m:r>
                      <a:rPr kumimoji="1" lang="en-US" altLang="zh-CN" sz="1600" b="0" i="0" smtClean="0">
                        <a:solidFill>
                          <a:schemeClr val="bg1">
                            <a:lumMod val="10000"/>
                          </a:schemeClr>
                        </a:solidFill>
                        <a:latin typeface="Cambria Math" panose="02040503050406030204" pitchFamily="18" charset="0"/>
                        <a:ea typeface="Cambria Math" panose="02040503050406030204" pitchFamily="18" charset="0"/>
                      </a:rPr>
                      <m:t>  </m:t>
                    </m:r>
                  </m:oMath>
                </a14:m>
                <a:r>
                  <a:rPr lang="en-US" altLang="zh-CN" sz="1600" b="0">
                    <a:solidFill>
                      <a:schemeClr val="bg1">
                        <a:lumMod val="10000"/>
                      </a:schemeClr>
                    </a:solidFill>
                    <a:effectLst/>
                    <a:latin typeface="Times New Roman" panose="02020603050405020304" pitchFamily="18" charset="0"/>
                    <a:cs typeface="Times New Roman" panose="02020603050405020304" pitchFamily="18" charset="0"/>
                  </a:rPr>
                  <a:t>captured by GARCH part.</a:t>
                </a:r>
              </a:p>
            </p:txBody>
          </p:sp>
        </mc:Choice>
        <mc:Fallback xmlns="">
          <p:sp>
            <p:nvSpPr>
              <p:cNvPr id="31" name="文本框 30">
                <a:extLst>
                  <a:ext uri="{FF2B5EF4-FFF2-40B4-BE49-F238E27FC236}">
                    <a16:creationId xmlns:a16="http://schemas.microsoft.com/office/drawing/2014/main" id="{6C455199-29A7-B84B-B4B9-275B20C67936}"/>
                  </a:ext>
                </a:extLst>
              </p:cNvPr>
              <p:cNvSpPr txBox="1">
                <a:spLocks noRot="1" noChangeAspect="1" noMove="1" noResize="1" noEditPoints="1" noAdjustHandles="1" noChangeArrowheads="1" noChangeShapeType="1" noTextEdit="1"/>
              </p:cNvSpPr>
              <p:nvPr/>
            </p:nvSpPr>
            <p:spPr>
              <a:xfrm>
                <a:off x="593298" y="2829892"/>
                <a:ext cx="10678541" cy="338554"/>
              </a:xfrm>
              <a:prstGeom prst="rect">
                <a:avLst/>
              </a:prstGeom>
              <a:blipFill>
                <a:blip r:embed="rId7"/>
                <a:stretch>
                  <a:fillRect l="-228" t="-5357" b="-21429"/>
                </a:stretch>
              </a:blipFill>
            </p:spPr>
            <p:txBody>
              <a:bodyPr/>
              <a:lstStyle/>
              <a:p>
                <a:r>
                  <a:rPr lang="en-US">
                    <a:noFill/>
                  </a:rPr>
                  <a:t> </a:t>
                </a:r>
              </a:p>
            </p:txBody>
          </p:sp>
        </mc:Fallback>
      </mc:AlternateContent>
      <p:sp>
        <p:nvSpPr>
          <p:cNvPr id="32" name="文本框 31">
            <a:extLst>
              <a:ext uri="{FF2B5EF4-FFF2-40B4-BE49-F238E27FC236}">
                <a16:creationId xmlns:a16="http://schemas.microsoft.com/office/drawing/2014/main" id="{F0B77502-3DDC-4848-A332-0E7419880835}"/>
              </a:ext>
            </a:extLst>
          </p:cNvPr>
          <p:cNvSpPr txBox="1"/>
          <p:nvPr/>
        </p:nvSpPr>
        <p:spPr>
          <a:xfrm>
            <a:off x="593299" y="3199224"/>
            <a:ext cx="10221341" cy="338554"/>
          </a:xfrm>
          <a:prstGeom prst="rect">
            <a:avLst/>
          </a:prstGeom>
          <a:noFill/>
        </p:spPr>
        <p:txBody>
          <a:bodyPr wrap="square">
            <a:spAutoFit/>
          </a:bodyPr>
          <a:lstStyle/>
          <a:p>
            <a:pPr>
              <a:buFont typeface="Arial" panose="020B0604020202020204" pitchFamily="34" charset="0"/>
              <a:buChar char="•"/>
            </a:pPr>
            <a:r>
              <a:rPr lang="en-US" altLang="zh-CN" sz="1600" b="1">
                <a:solidFill>
                  <a:schemeClr val="bg1">
                    <a:lumMod val="10000"/>
                  </a:schemeClr>
                </a:solidFill>
                <a:effectLst/>
                <a:latin typeface="Times New Roman" panose="02020603050405020304" pitchFamily="18" charset="0"/>
                <a:cs typeface="Times New Roman" panose="02020603050405020304" pitchFamily="18" charset="0"/>
              </a:rPr>
              <a:t> </a:t>
            </a:r>
            <a:r>
              <a:rPr lang="el-GR" altLang="zh-CN" sz="1600" b="1">
                <a:solidFill>
                  <a:schemeClr val="bg1">
                    <a:lumMod val="10000"/>
                  </a:schemeClr>
                </a:solidFill>
                <a:latin typeface="Times New Roman" panose="02020603050405020304" pitchFamily="18" charset="0"/>
                <a:cs typeface="Times New Roman" panose="02020603050405020304" pitchFamily="18" charset="0"/>
              </a:rPr>
              <a:t>ε</a:t>
            </a:r>
            <a:r>
              <a:rPr lang="en-US" altLang="zh-CN" sz="1600" b="1">
                <a:solidFill>
                  <a:schemeClr val="bg1">
                    <a:lumMod val="10000"/>
                  </a:schemeClr>
                </a:solidFill>
                <a:latin typeface="Times New Roman" panose="02020603050405020304" pitchFamily="18" charset="0"/>
                <a:cs typeface="Times New Roman" panose="02020603050405020304" pitchFamily="18" charset="0"/>
              </a:rPr>
              <a:t>t </a:t>
            </a:r>
            <a:r>
              <a:rPr lang="en-US" altLang="zh-CN" sz="1600">
                <a:solidFill>
                  <a:schemeClr val="bg1">
                    <a:lumMod val="10000"/>
                  </a:schemeClr>
                </a:solidFill>
                <a:latin typeface="Times New Roman" panose="02020603050405020304" pitchFamily="18" charset="0"/>
                <a:cs typeface="Times New Roman" panose="02020603050405020304" pitchFamily="18" charset="0"/>
              </a:rPr>
              <a:t>:  the standardized error term, and it can be simulated by residual models.</a:t>
            </a:r>
            <a:endParaRPr lang="en-US" altLang="zh-CN" sz="1600" b="0">
              <a:solidFill>
                <a:schemeClr val="bg1">
                  <a:lumMod val="10000"/>
                </a:schemeClr>
              </a:solidFill>
              <a:effectLst/>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5F44CE21-C317-AF47-9F2D-F700D59DE97D}"/>
              </a:ext>
            </a:extLst>
          </p:cNvPr>
          <p:cNvSpPr txBox="1"/>
          <p:nvPr/>
        </p:nvSpPr>
        <p:spPr>
          <a:xfrm>
            <a:off x="593297" y="4393558"/>
            <a:ext cx="10678541" cy="791179"/>
          </a:xfrm>
          <a:prstGeom prst="rect">
            <a:avLst/>
          </a:prstGeom>
          <a:noFill/>
        </p:spPr>
        <p:txBody>
          <a:bodyPr wrap="square">
            <a:spAutoFit/>
          </a:bodyPr>
          <a:lstStyle/>
          <a:p>
            <a:pPr>
              <a:lnSpc>
                <a:spcPct val="150000"/>
              </a:lnSpc>
              <a:buFont typeface="Arial" panose="020B0604020202020204" pitchFamily="34" charset="0"/>
              <a:buChar char="•"/>
            </a:pPr>
            <a:r>
              <a:rPr lang="en-US" altLang="zh-CN" sz="1600" b="0" i="0">
                <a:solidFill>
                  <a:schemeClr val="bg1">
                    <a:lumMod val="10000"/>
                  </a:schemeClr>
                </a:solidFill>
                <a:effectLst/>
                <a:latin typeface="Times New Roman" panose="02020603050405020304" pitchFamily="18" charset="0"/>
                <a:ea typeface="+mj-ea"/>
                <a:cs typeface="Times New Roman" panose="02020603050405020304" pitchFamily="18" charset="0"/>
              </a:rPr>
              <a:t> </a:t>
            </a:r>
            <a:r>
              <a:rPr lang="zh-CN" altLang="en-US" sz="1600" b="0" i="0">
                <a:solidFill>
                  <a:schemeClr val="bg1">
                    <a:lumMod val="10000"/>
                  </a:schemeClr>
                </a:solidFill>
                <a:effectLst/>
                <a:latin typeface="Times New Roman" panose="02020603050405020304" pitchFamily="18" charset="0"/>
                <a:ea typeface="+mj-ea"/>
                <a:cs typeface="Times New Roman" panose="02020603050405020304" pitchFamily="18" charset="0"/>
              </a:rPr>
              <a:t> </a:t>
            </a:r>
            <a:r>
              <a:rPr lang="en-US" altLang="zh-CN" sz="1600" b="1" i="0">
                <a:solidFill>
                  <a:schemeClr val="bg1">
                    <a:lumMod val="10000"/>
                  </a:schemeClr>
                </a:solidFill>
                <a:effectLst/>
                <a:latin typeface="Times New Roman" panose="02020603050405020304" pitchFamily="18" charset="0"/>
                <a:ea typeface="+mj-ea"/>
                <a:cs typeface="Times New Roman" panose="02020603050405020304" pitchFamily="18" charset="0"/>
              </a:rPr>
              <a:t>Serial Correlation:</a:t>
            </a:r>
            <a:r>
              <a:rPr lang="zh-CN" altLang="en-US" sz="1600" b="1" i="0">
                <a:solidFill>
                  <a:schemeClr val="bg1">
                    <a:lumMod val="10000"/>
                  </a:schemeClr>
                </a:solidFill>
                <a:effectLst/>
                <a:latin typeface="Times New Roman" panose="02020603050405020304" pitchFamily="18" charset="0"/>
                <a:ea typeface="+mj-ea"/>
                <a:cs typeface="Times New Roman" panose="02020603050405020304" pitchFamily="18" charset="0"/>
              </a:rPr>
              <a:t> </a:t>
            </a:r>
            <a:r>
              <a:rPr lang="en-US" altLang="zh-CN" sz="1600">
                <a:solidFill>
                  <a:schemeClr val="bg1">
                    <a:lumMod val="10000"/>
                  </a:schemeClr>
                </a:solidFill>
                <a:latin typeface="Times New Roman" panose="02020603050405020304" pitchFamily="18" charset="0"/>
                <a:ea typeface="+mj-ea"/>
                <a:cs typeface="Times New Roman" panose="02020603050405020304" pitchFamily="18" charset="0"/>
              </a:rPr>
              <a:t>ACF plot, Normal Q-Q plot and Box-</a:t>
            </a:r>
            <a:r>
              <a:rPr lang="en-US" altLang="zh-CN" sz="1600" err="1">
                <a:solidFill>
                  <a:schemeClr val="bg1">
                    <a:lumMod val="10000"/>
                  </a:schemeClr>
                </a:solidFill>
                <a:latin typeface="Times New Roman" panose="02020603050405020304" pitchFamily="18" charset="0"/>
                <a:ea typeface="+mj-ea"/>
                <a:cs typeface="Times New Roman" panose="02020603050405020304" pitchFamily="18" charset="0"/>
              </a:rPr>
              <a:t>Ljung</a:t>
            </a:r>
            <a:r>
              <a:rPr lang="en-US" altLang="zh-CN" sz="1600">
                <a:solidFill>
                  <a:schemeClr val="bg1">
                    <a:lumMod val="10000"/>
                  </a:schemeClr>
                </a:solidFill>
                <a:latin typeface="Times New Roman" panose="02020603050405020304" pitchFamily="18" charset="0"/>
                <a:ea typeface="+mj-ea"/>
                <a:cs typeface="Times New Roman" panose="02020603050405020304" pitchFamily="18" charset="0"/>
              </a:rPr>
              <a:t> test</a:t>
            </a:r>
          </a:p>
          <a:p>
            <a:pPr>
              <a:lnSpc>
                <a:spcPct val="150000"/>
              </a:lnSpc>
              <a:buFont typeface="Arial" panose="020B0604020202020204" pitchFamily="34" charset="0"/>
              <a:buChar char="•"/>
            </a:pPr>
            <a:r>
              <a:rPr lang="en-US" altLang="zh-CN" sz="1600">
                <a:solidFill>
                  <a:schemeClr val="bg1">
                    <a:lumMod val="10000"/>
                  </a:schemeClr>
                </a:solidFill>
                <a:latin typeface="Times New Roman" panose="02020603050405020304" pitchFamily="18" charset="0"/>
                <a:ea typeface="+mj-ea"/>
                <a:cs typeface="Times New Roman" panose="02020603050405020304" pitchFamily="18" charset="0"/>
              </a:rPr>
              <a:t>  </a:t>
            </a:r>
            <a:r>
              <a:rPr lang="en-US" altLang="zh-CN" sz="1600" b="1">
                <a:solidFill>
                  <a:schemeClr val="bg1">
                    <a:lumMod val="10000"/>
                  </a:schemeClr>
                </a:solidFill>
                <a:latin typeface="Times New Roman" panose="02020603050405020304" pitchFamily="18" charset="0"/>
                <a:ea typeface="+mj-ea"/>
                <a:cs typeface="Times New Roman" panose="02020603050405020304" pitchFamily="18" charset="0"/>
              </a:rPr>
              <a:t>H</a:t>
            </a:r>
            <a:r>
              <a:rPr lang="en-US" altLang="zh-CN" sz="1600" b="1">
                <a:effectLst/>
                <a:latin typeface="Times New Roman" panose="02020603050405020304" pitchFamily="18" charset="0"/>
                <a:ea typeface="+mj-ea"/>
                <a:cs typeface="Times New Roman" panose="02020603050405020304" pitchFamily="18" charset="0"/>
              </a:rPr>
              <a:t>eteroscedasticity: </a:t>
            </a:r>
            <a:r>
              <a:rPr lang="en-US" altLang="zh-CN" sz="1600">
                <a:effectLst/>
                <a:latin typeface="Times New Roman" panose="02020603050405020304" pitchFamily="18" charset="0"/>
                <a:ea typeface="+mj-ea"/>
                <a:cs typeface="Times New Roman" panose="02020603050405020304" pitchFamily="18" charset="0"/>
              </a:rPr>
              <a:t>Breusch-Pagan test </a:t>
            </a:r>
            <a:endParaRPr lang="en-US" altLang="zh-CN" sz="1600">
              <a:latin typeface="Times New Roman" panose="02020603050405020304" pitchFamily="18" charset="0"/>
              <a:ea typeface="+mj-ea"/>
              <a:cs typeface="Times New Roman" panose="02020603050405020304" pitchFamily="18" charset="0"/>
            </a:endParaRPr>
          </a:p>
        </p:txBody>
      </p:sp>
      <p:pic>
        <p:nvPicPr>
          <p:cNvPr id="34" name="图片 33">
            <a:extLst>
              <a:ext uri="{FF2B5EF4-FFF2-40B4-BE49-F238E27FC236}">
                <a16:creationId xmlns:a16="http://schemas.microsoft.com/office/drawing/2014/main" id="{B4703583-6CAC-634F-8C94-7F65ACFFA353}"/>
              </a:ext>
            </a:extLst>
          </p:cNvPr>
          <p:cNvPicPr>
            <a:picLocks noChangeAspect="1"/>
          </p:cNvPicPr>
          <p:nvPr/>
        </p:nvPicPr>
        <p:blipFill>
          <a:blip r:embed="rId8"/>
          <a:stretch>
            <a:fillRect/>
          </a:stretch>
        </p:blipFill>
        <p:spPr>
          <a:xfrm>
            <a:off x="7401781" y="4114522"/>
            <a:ext cx="4196922" cy="2140430"/>
          </a:xfrm>
          <a:prstGeom prst="rect">
            <a:avLst/>
          </a:prstGeom>
        </p:spPr>
      </p:pic>
      <p:sp>
        <p:nvSpPr>
          <p:cNvPr id="35" name="右箭头 34">
            <a:extLst>
              <a:ext uri="{FF2B5EF4-FFF2-40B4-BE49-F238E27FC236}">
                <a16:creationId xmlns:a16="http://schemas.microsoft.com/office/drawing/2014/main" id="{31D8F656-A2FA-6A45-A6B6-F9B335D29B65}"/>
              </a:ext>
            </a:extLst>
          </p:cNvPr>
          <p:cNvSpPr/>
          <p:nvPr/>
        </p:nvSpPr>
        <p:spPr>
          <a:xfrm>
            <a:off x="5504891" y="5653609"/>
            <a:ext cx="1366994" cy="132471"/>
          </a:xfrm>
          <a:prstGeom prst="rightArrow">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Tree>
    <p:extLst>
      <p:ext uri="{BB962C8B-B14F-4D97-AF65-F5344CB8AC3E}">
        <p14:creationId xmlns:p14="http://schemas.microsoft.com/office/powerpoint/2010/main" val="19619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p:cNvSpPr>
            <a:spLocks noGrp="1"/>
          </p:cNvSpPr>
          <p:nvPr>
            <p:ph type="title"/>
          </p:nvPr>
        </p:nvSpPr>
        <p:spPr>
          <a:xfrm>
            <a:off x="381000" y="499761"/>
            <a:ext cx="11430000" cy="443198"/>
          </a:xfrm>
        </p:spPr>
        <p:txBody>
          <a:bodyPr/>
          <a:lstStyle/>
          <a:p>
            <a:r>
              <a:rPr lang="en-US" sz="3200"/>
              <a:t>Risk Estimation</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BF0D339-CDCD-FB42-A901-0956436EAA7E}"/>
                  </a:ext>
                </a:extLst>
              </p:cNvPr>
              <p:cNvSpPr txBox="1"/>
              <p:nvPr/>
            </p:nvSpPr>
            <p:spPr>
              <a:xfrm>
                <a:off x="380999" y="1399856"/>
                <a:ext cx="6825916" cy="369332"/>
              </a:xfrm>
              <a:prstGeom prst="rect">
                <a:avLst/>
              </a:prstGeom>
              <a:noFill/>
            </p:spPr>
            <p:txBody>
              <a:bodyPr wrap="square" rtlCol="0">
                <a:spAutoFit/>
              </a:bodyPr>
              <a:lstStyle/>
              <a:p>
                <a:r>
                  <a:rPr kumimoji="1" lang="en-US" altLang="zh-CN" b="1"/>
                  <a:t>4.  Predict one-step-ahead </a:t>
                </a:r>
                <a14:m>
                  <m:oMath xmlns:m="http://schemas.openxmlformats.org/officeDocument/2006/math">
                    <m:sSub>
                      <m:sSubPr>
                        <m:ctrlPr>
                          <a:rPr kumimoji="1" lang="en-US" altLang="zh-CN" b="0" i="1" smtClean="0">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b="0" i="1" smtClean="0">
                            <a:latin typeface="Cambria Math" panose="02040503050406030204" pitchFamily="18" charset="0"/>
                          </a:rPr>
                          <m:t>𝑡</m:t>
                        </m:r>
                        <m:r>
                          <a:rPr kumimoji="1" lang="en-US" altLang="zh-CN" b="0" i="1" smtClean="0">
                            <a:latin typeface="Cambria Math" panose="02040503050406030204" pitchFamily="18" charset="0"/>
                          </a:rPr>
                          <m:t>+1</m:t>
                        </m:r>
                      </m:sub>
                    </m:sSub>
                  </m:oMath>
                </a14:m>
                <a:r>
                  <a:rPr kumimoji="1" lang="en-US" altLang="zh-CN">
                    <a:latin typeface="Sofia Pro Medium" panose="020B0000000000000000" pitchFamily="34" charset="0"/>
                  </a:rPr>
                  <a:t>  </a:t>
                </a:r>
                <a:r>
                  <a:rPr kumimoji="1" lang="en-US" altLang="zh-CN" b="1"/>
                  <a:t>return distribution </a:t>
                </a:r>
              </a:p>
            </p:txBody>
          </p:sp>
        </mc:Choice>
        <mc:Fallback xmlns="">
          <p:sp>
            <p:nvSpPr>
              <p:cNvPr id="8" name="文本框 7">
                <a:extLst>
                  <a:ext uri="{FF2B5EF4-FFF2-40B4-BE49-F238E27FC236}">
                    <a16:creationId xmlns:a16="http://schemas.microsoft.com/office/drawing/2014/main" id="{2BF0D339-CDCD-FB42-A901-0956436EAA7E}"/>
                  </a:ext>
                </a:extLst>
              </p:cNvPr>
              <p:cNvSpPr txBox="1">
                <a:spLocks noRot="1" noChangeAspect="1" noMove="1" noResize="1" noEditPoints="1" noAdjustHandles="1" noChangeArrowheads="1" noChangeShapeType="1" noTextEdit="1"/>
              </p:cNvSpPr>
              <p:nvPr/>
            </p:nvSpPr>
            <p:spPr>
              <a:xfrm>
                <a:off x="380999" y="1399856"/>
                <a:ext cx="6825916" cy="369332"/>
              </a:xfrm>
              <a:prstGeom prst="rect">
                <a:avLst/>
              </a:prstGeom>
              <a:blipFill>
                <a:blip r:embed="rId3"/>
                <a:stretch>
                  <a:fillRect l="-714" t="-11667" b="-25000"/>
                </a:stretch>
              </a:blipFill>
            </p:spPr>
            <p:txBody>
              <a:bodyPr/>
              <a:lstStyle/>
              <a:p>
                <a:r>
                  <a:rPr lang="en-US">
                    <a:noFill/>
                  </a:rPr>
                  <a:t> </a:t>
                </a:r>
              </a:p>
            </p:txBody>
          </p:sp>
        </mc:Fallback>
      </mc:AlternateContent>
      <p:sp>
        <p:nvSpPr>
          <p:cNvPr id="9" name="文本框 8">
            <a:extLst>
              <a:ext uri="{FF2B5EF4-FFF2-40B4-BE49-F238E27FC236}">
                <a16:creationId xmlns:a16="http://schemas.microsoft.com/office/drawing/2014/main" id="{071FC8C1-FA6C-F64F-B788-6AADCCCB9C22}"/>
              </a:ext>
            </a:extLst>
          </p:cNvPr>
          <p:cNvSpPr txBox="1"/>
          <p:nvPr/>
        </p:nvSpPr>
        <p:spPr>
          <a:xfrm>
            <a:off x="381001" y="3626258"/>
            <a:ext cx="9834564" cy="369332"/>
          </a:xfrm>
          <a:prstGeom prst="rect">
            <a:avLst/>
          </a:prstGeom>
          <a:noFill/>
        </p:spPr>
        <p:txBody>
          <a:bodyPr wrap="square" rtlCol="0">
            <a:spAutoFit/>
          </a:bodyPr>
          <a:lstStyle/>
          <a:p>
            <a:pPr algn="l"/>
            <a:r>
              <a:rPr kumimoji="1" lang="en-US" altLang="zh-CN" b="1"/>
              <a:t>5.  Estimate the risk </a:t>
            </a:r>
            <a:r>
              <a:rPr kumimoji="1" lang="en-US" altLang="zh-CN" b="1" err="1"/>
              <a:t>VaR</a:t>
            </a:r>
            <a:r>
              <a:rPr kumimoji="1" lang="en-US" altLang="zh-CN" b="1"/>
              <a:t> and find the optimal portfolio (Include 2 stocks in the portfolio)</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7BEBCE3E-16E6-6348-A259-81F8555A13B0}"/>
                  </a:ext>
                </a:extLst>
              </p:cNvPr>
              <p:cNvSpPr txBox="1"/>
              <p:nvPr/>
            </p:nvSpPr>
            <p:spPr>
              <a:xfrm>
                <a:off x="756728" y="1868126"/>
                <a:ext cx="10678541" cy="417422"/>
              </a:xfrm>
              <a:prstGeom prst="rect">
                <a:avLst/>
              </a:prstGeom>
              <a:noFill/>
            </p:spPr>
            <p:txBody>
              <a:bodyPr wrap="square">
                <a:spAutoFit/>
              </a:bodyPr>
              <a:lstStyle/>
              <a:p>
                <a:pPr>
                  <a:lnSpc>
                    <a:spcPct val="150000"/>
                  </a:lnSpc>
                  <a:buFont typeface="Arial" panose="020B0604020202020204" pitchFamily="34" charset="0"/>
                  <a:buChar char="•"/>
                </a:pPr>
                <a:r>
                  <a:rPr lang="en-US" altLang="zh-CN" sz="1600" i="0">
                    <a:solidFill>
                      <a:schemeClr val="bg1">
                        <a:lumMod val="10000"/>
                      </a:schemeClr>
                    </a:solidFill>
                    <a:effectLst/>
                    <a:latin typeface="Times New Roman" panose="02020603050405020304" pitchFamily="18" charset="0"/>
                    <a:cs typeface="Times New Roman" panose="02020603050405020304" pitchFamily="18" charset="0"/>
                  </a:rPr>
                  <a:t> </a:t>
                </a:r>
                <a:r>
                  <a:rPr lang="zh-CN" altLang="en-US" sz="1600" i="0">
                    <a:solidFill>
                      <a:schemeClr val="bg1">
                        <a:lumMod val="10000"/>
                      </a:schemeClr>
                    </a:solidFill>
                    <a:effectLst/>
                    <a:latin typeface="Times New Roman" panose="02020603050405020304" pitchFamily="18" charset="0"/>
                    <a:cs typeface="Times New Roman" panose="02020603050405020304" pitchFamily="18" charset="0"/>
                  </a:rPr>
                  <a:t> </a:t>
                </a:r>
                <a:r>
                  <a:rPr lang="en-US" altLang="zh-CN" sz="1600" i="0">
                    <a:solidFill>
                      <a:schemeClr val="bg1">
                        <a:lumMod val="10000"/>
                      </a:schemeClr>
                    </a:solidFill>
                    <a:effectLst/>
                    <a:latin typeface="Times New Roman" panose="02020603050405020304" pitchFamily="18" charset="0"/>
                    <a:cs typeface="Times New Roman" panose="02020603050405020304" pitchFamily="18" charset="0"/>
                  </a:rPr>
                  <a:t>Given </a:t>
                </a:r>
                <a14:m>
                  <m:oMath xmlns:m="http://schemas.openxmlformats.org/officeDocument/2006/math">
                    <m:r>
                      <a:rPr kumimoji="1" lang="en-US" altLang="zh-CN" sz="1600" i="1">
                        <a:latin typeface="Cambria Math" panose="02040503050406030204" pitchFamily="18" charset="0"/>
                        <a:ea typeface="Cambria Math" panose="02040503050406030204" pitchFamily="18" charset="0"/>
                      </a:rPr>
                      <m:t>𝜇</m:t>
                    </m:r>
                    <m:r>
                      <a:rPr kumimoji="1" lang="en-US" altLang="zh-CN" sz="1600" i="1">
                        <a:latin typeface="Cambria Math" panose="02040503050406030204" pitchFamily="18" charset="0"/>
                        <a:ea typeface="Cambria Math" panose="02040503050406030204" pitchFamily="18" charset="0"/>
                      </a:rPr>
                      <m:t> ,∅</m:t>
                    </m:r>
                  </m:oMath>
                </a14:m>
                <a:r>
                  <a:rPr lang="en-US" altLang="zh-CN" sz="1600">
                    <a:solidFill>
                      <a:schemeClr val="bg1">
                        <a:lumMod val="10000"/>
                      </a:schemeClr>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kumimoji="1" lang="en-US" altLang="zh-CN" sz="1600" i="1">
                            <a:latin typeface="Cambria Math" panose="02040503050406030204" pitchFamily="18" charset="0"/>
                          </a:rPr>
                        </m:ctrlPr>
                      </m:sSubPr>
                      <m:e>
                        <m:r>
                          <a:rPr kumimoji="1" lang="en-US" altLang="zh-CN" sz="1600" i="1">
                            <a:latin typeface="Cambria Math" panose="02040503050406030204" pitchFamily="18" charset="0"/>
                          </a:rPr>
                          <m:t>𝜎</m:t>
                        </m:r>
                      </m:e>
                      <m:sub>
                        <m:r>
                          <a:rPr kumimoji="1" lang="en-US" altLang="zh-CN" sz="1600" i="1">
                            <a:latin typeface="Cambria Math" panose="02040503050406030204" pitchFamily="18" charset="0"/>
                          </a:rPr>
                          <m:t>𝑡</m:t>
                        </m:r>
                      </m:sub>
                    </m:sSub>
                  </m:oMath>
                </a14:m>
                <a:r>
                  <a:rPr lang="en-US" altLang="zh-CN" sz="1600">
                    <a:solidFill>
                      <a:schemeClr val="bg1">
                        <a:lumMod val="10000"/>
                      </a:schemeClr>
                    </a:solidFill>
                    <a:latin typeface="Times New Roman" panose="02020603050405020304" pitchFamily="18" charset="0"/>
                    <a:cs typeface="Times New Roman" panose="02020603050405020304" pitchFamily="18" charset="0"/>
                  </a:rPr>
                  <a:t> from AR-GARCH model and </a:t>
                </a:r>
                <a14:m>
                  <m:oMath xmlns:m="http://schemas.openxmlformats.org/officeDocument/2006/math">
                    <m:sSub>
                      <m:sSubPr>
                        <m:ctrlPr>
                          <a:rPr kumimoji="1" lang="en-US" altLang="zh-CN" sz="1600" i="1">
                            <a:latin typeface="Cambria Math" panose="02040503050406030204" pitchFamily="18" charset="0"/>
                            <a:ea typeface="Cambria Math" panose="02040503050406030204" pitchFamily="18" charset="0"/>
                          </a:rPr>
                        </m:ctrlPr>
                      </m:sSubPr>
                      <m:e>
                        <m:r>
                          <a:rPr kumimoji="1" lang="en-US" altLang="zh-CN" sz="1600" i="1">
                            <a:latin typeface="Cambria Math" panose="02040503050406030204" pitchFamily="18" charset="0"/>
                            <a:ea typeface="Cambria Math" panose="02040503050406030204" pitchFamily="18" charset="0"/>
                          </a:rPr>
                          <m:t>𝜀</m:t>
                        </m:r>
                      </m:e>
                      <m:sub>
                        <m:r>
                          <a:rPr kumimoji="1" lang="en-US" altLang="zh-CN" sz="1600" i="1">
                            <a:latin typeface="Cambria Math" panose="02040503050406030204" pitchFamily="18" charset="0"/>
                            <a:ea typeface="Cambria Math" panose="02040503050406030204" pitchFamily="18" charset="0"/>
                          </a:rPr>
                          <m:t>𝑡</m:t>
                        </m:r>
                      </m:sub>
                    </m:sSub>
                    <m:r>
                      <a:rPr kumimoji="1" lang="en-US" altLang="zh-CN" sz="1600" i="1">
                        <a:latin typeface="Cambria Math" panose="02040503050406030204" pitchFamily="18" charset="0"/>
                        <a:ea typeface="Cambria Math" panose="02040503050406030204" pitchFamily="18" charset="0"/>
                      </a:rPr>
                      <m:t> </m:t>
                    </m:r>
                  </m:oMath>
                </a14:m>
                <a:r>
                  <a:rPr lang="en-US" altLang="zh-CN" sz="1600">
                    <a:solidFill>
                      <a:schemeClr val="bg1">
                        <a:lumMod val="10000"/>
                      </a:schemeClr>
                    </a:solidFill>
                    <a:latin typeface="Times New Roman" panose="02020603050405020304" pitchFamily="18" charset="0"/>
                    <a:cs typeface="Times New Roman" panose="02020603050405020304" pitchFamily="18" charset="0"/>
                  </a:rPr>
                  <a:t> from simulation, we can calculate the log return </a:t>
                </a:r>
                <a14:m>
                  <m:oMath xmlns:m="http://schemas.openxmlformats.org/officeDocument/2006/math">
                    <m:sSub>
                      <m:sSubPr>
                        <m:ctrlPr>
                          <a:rPr kumimoji="1" lang="en-US" altLang="zh-CN" sz="1600" i="1" smtClean="0">
                            <a:latin typeface="Cambria Math" panose="02040503050406030204" pitchFamily="18" charset="0"/>
                          </a:rPr>
                        </m:ctrlPr>
                      </m:sSubPr>
                      <m:e>
                        <m:r>
                          <a:rPr kumimoji="1" lang="en-US" altLang="zh-CN" sz="1600" b="0" i="1" smtClean="0">
                            <a:latin typeface="Cambria Math" panose="02040503050406030204" pitchFamily="18" charset="0"/>
                          </a:rPr>
                          <m:t> </m:t>
                        </m:r>
                        <m:r>
                          <a:rPr kumimoji="1" lang="en-US" altLang="zh-CN" sz="1600" b="0" i="1" smtClean="0">
                            <a:latin typeface="Cambria Math" panose="02040503050406030204" pitchFamily="18" charset="0"/>
                          </a:rPr>
                          <m:t>𝑋</m:t>
                        </m:r>
                      </m:e>
                      <m:sub>
                        <m:r>
                          <a:rPr kumimoji="1" lang="en-US" altLang="zh-CN" sz="1600" b="0" i="1" smtClean="0">
                            <a:latin typeface="Cambria Math" panose="02040503050406030204" pitchFamily="18" charset="0"/>
                          </a:rPr>
                          <m:t>𝑡</m:t>
                        </m:r>
                      </m:sub>
                    </m:sSub>
                  </m:oMath>
                </a14:m>
                <a:r>
                  <a:rPr lang="en-US" altLang="zh-CN" sz="1600">
                    <a:latin typeface="Times New Roman" panose="02020603050405020304" pitchFamily="18" charset="0"/>
                    <a:cs typeface="Times New Roman" panose="02020603050405020304" pitchFamily="18" charset="0"/>
                  </a:rPr>
                  <a:t> numerically.</a:t>
                </a:r>
              </a:p>
            </p:txBody>
          </p:sp>
        </mc:Choice>
        <mc:Fallback xmlns="">
          <p:sp>
            <p:nvSpPr>
              <p:cNvPr id="12" name="文本框 11">
                <a:extLst>
                  <a:ext uri="{FF2B5EF4-FFF2-40B4-BE49-F238E27FC236}">
                    <a16:creationId xmlns:a16="http://schemas.microsoft.com/office/drawing/2014/main" id="{7BEBCE3E-16E6-6348-A259-81F8555A13B0}"/>
                  </a:ext>
                </a:extLst>
              </p:cNvPr>
              <p:cNvSpPr txBox="1">
                <a:spLocks noRot="1" noChangeAspect="1" noMove="1" noResize="1" noEditPoints="1" noAdjustHandles="1" noChangeArrowheads="1" noChangeShapeType="1" noTextEdit="1"/>
              </p:cNvSpPr>
              <p:nvPr/>
            </p:nvSpPr>
            <p:spPr>
              <a:xfrm>
                <a:off x="756728" y="1868126"/>
                <a:ext cx="10678541" cy="417422"/>
              </a:xfrm>
              <a:prstGeom prst="rect">
                <a:avLst/>
              </a:prstGeom>
              <a:blipFill>
                <a:blip r:embed="rId4"/>
                <a:stretch>
                  <a:fillRect l="-228" b="-17391"/>
                </a:stretch>
              </a:blipFill>
            </p:spPr>
            <p:txBody>
              <a:bodyPr/>
              <a:lstStyle/>
              <a:p>
                <a:r>
                  <a:rPr lang="en-US">
                    <a:noFill/>
                  </a:rPr>
                  <a:t> </a:t>
                </a:r>
              </a:p>
            </p:txBody>
          </p:sp>
        </mc:Fallback>
      </mc:AlternateContent>
      <p:pic>
        <p:nvPicPr>
          <p:cNvPr id="10" name="图片 9">
            <a:extLst>
              <a:ext uri="{FF2B5EF4-FFF2-40B4-BE49-F238E27FC236}">
                <a16:creationId xmlns:a16="http://schemas.microsoft.com/office/drawing/2014/main" id="{F92704BC-AA4C-594E-8272-4872FD7585A3}"/>
              </a:ext>
            </a:extLst>
          </p:cNvPr>
          <p:cNvPicPr>
            <a:picLocks noChangeAspect="1"/>
          </p:cNvPicPr>
          <p:nvPr/>
        </p:nvPicPr>
        <p:blipFill>
          <a:blip r:embed="rId5"/>
          <a:stretch>
            <a:fillRect/>
          </a:stretch>
        </p:blipFill>
        <p:spPr>
          <a:xfrm>
            <a:off x="2175156" y="5254331"/>
            <a:ext cx="7107895" cy="1012400"/>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BEEFD06-8762-7C41-A8C3-E8C4C6A36548}"/>
                  </a:ext>
                </a:extLst>
              </p:cNvPr>
              <p:cNvSpPr txBox="1"/>
              <p:nvPr/>
            </p:nvSpPr>
            <p:spPr>
              <a:xfrm>
                <a:off x="756728" y="4050489"/>
                <a:ext cx="10678541" cy="786754"/>
              </a:xfrm>
              <a:prstGeom prst="rect">
                <a:avLst/>
              </a:prstGeom>
              <a:noFill/>
            </p:spPr>
            <p:txBody>
              <a:bodyPr wrap="square">
                <a:spAutoFit/>
              </a:bodyPr>
              <a:lstStyle/>
              <a:p>
                <a:pPr>
                  <a:lnSpc>
                    <a:spcPct val="150000"/>
                  </a:lnSpc>
                  <a:buFont typeface="Arial" panose="020B0604020202020204" pitchFamily="34" charset="0"/>
                  <a:buChar char="•"/>
                </a:pPr>
                <a:r>
                  <a:rPr lang="en-US" altLang="zh-CN" sz="1600" i="0">
                    <a:solidFill>
                      <a:schemeClr val="bg1">
                        <a:lumMod val="10000"/>
                      </a:schemeClr>
                    </a:solidFill>
                    <a:effectLst/>
                    <a:latin typeface="Times New Roman" panose="02020603050405020304" pitchFamily="18" charset="0"/>
                    <a:cs typeface="Times New Roman" panose="02020603050405020304" pitchFamily="18" charset="0"/>
                  </a:rPr>
                  <a:t> </a:t>
                </a:r>
                <a:r>
                  <a:rPr lang="zh-CN" altLang="en-US" sz="1600" i="0">
                    <a:solidFill>
                      <a:schemeClr val="bg1">
                        <a:lumMod val="10000"/>
                      </a:schemeClr>
                    </a:solidFill>
                    <a:effectLst/>
                    <a:latin typeface="Times New Roman" panose="02020603050405020304" pitchFamily="18" charset="0"/>
                    <a:cs typeface="Times New Roman" panose="02020603050405020304" pitchFamily="18" charset="0"/>
                  </a:rPr>
                  <a:t> </a:t>
                </a:r>
                <a:r>
                  <a:rPr lang="en-US" altLang="zh-CN" sz="1600">
                    <a:solidFill>
                      <a:schemeClr val="bg1">
                        <a:lumMod val="10000"/>
                      </a:schemeClr>
                    </a:solidFill>
                    <a:latin typeface="Times New Roman" panose="02020603050405020304" pitchFamily="18" charset="0"/>
                    <a:cs typeface="Times New Roman" panose="02020603050405020304" pitchFamily="18" charset="0"/>
                  </a:rPr>
                  <a:t>Given </a:t>
                </a:r>
                <a14:m>
                  <m:oMath xmlns:m="http://schemas.openxmlformats.org/officeDocument/2006/math">
                    <m:sSub>
                      <m:sSubPr>
                        <m:ctrlPr>
                          <a:rPr kumimoji="1" lang="en-US" altLang="zh-CN" sz="1600" i="1" smtClean="0">
                            <a:latin typeface="Cambria Math" panose="02040503050406030204" pitchFamily="18" charset="0"/>
                            <a:ea typeface="Cambria Math" panose="02040503050406030204" pitchFamily="18" charset="0"/>
                          </a:rPr>
                        </m:ctrlPr>
                      </m:sSubPr>
                      <m:e>
                        <m:r>
                          <a:rPr kumimoji="1" lang="en-US" altLang="zh-CN" sz="1600" b="0" i="1" smtClean="0">
                            <a:latin typeface="Cambria Math" panose="02040503050406030204" pitchFamily="18" charset="0"/>
                            <a:ea typeface="Cambria Math" panose="02040503050406030204" pitchFamily="18" charset="0"/>
                          </a:rPr>
                          <m:t>𝑋</m:t>
                        </m:r>
                      </m:e>
                      <m:sub>
                        <m:r>
                          <a:rPr kumimoji="1" lang="en-US" altLang="zh-CN" sz="1600" b="0" i="1" smtClean="0">
                            <a:latin typeface="Cambria Math" panose="02040503050406030204" pitchFamily="18" charset="0"/>
                            <a:ea typeface="Cambria Math" panose="02040503050406030204" pitchFamily="18" charset="0"/>
                          </a:rPr>
                          <m:t>𝑡</m:t>
                        </m:r>
                        <m:r>
                          <a:rPr kumimoji="1" lang="en-US" altLang="zh-CN" sz="1600" b="0" i="1" smtClean="0">
                            <a:latin typeface="Cambria Math" panose="02040503050406030204" pitchFamily="18" charset="0"/>
                            <a:ea typeface="Cambria Math" panose="02040503050406030204" pitchFamily="18" charset="0"/>
                          </a:rPr>
                          <m:t>+1</m:t>
                        </m:r>
                      </m:sub>
                    </m:sSub>
                  </m:oMath>
                </a14:m>
                <a:r>
                  <a:rPr lang="en-US" altLang="zh-CN" sz="1600">
                    <a:latin typeface="Times New Roman" panose="02020603050405020304" pitchFamily="18" charset="0"/>
                    <a:cs typeface="Times New Roman" panose="02020603050405020304" pitchFamily="18" charset="0"/>
                  </a:rPr>
                  <a:t> distribution, we can calculate the risk value </a:t>
                </a:r>
                <a:r>
                  <a:rPr lang="en-US" altLang="zh-CN" sz="1600" err="1">
                    <a:latin typeface="Times New Roman" panose="02020603050405020304" pitchFamily="18" charset="0"/>
                    <a:cs typeface="Times New Roman" panose="02020603050405020304" pitchFamily="18" charset="0"/>
                  </a:rPr>
                  <a:t>VaR</a:t>
                </a:r>
                <a:r>
                  <a:rPr lang="en-US" altLang="zh-CN" sz="1600">
                    <a:latin typeface="Times New Roman" panose="02020603050405020304" pitchFamily="18" charset="0"/>
                    <a:cs typeface="Times New Roman" panose="02020603050405020304" pitchFamily="18" charset="0"/>
                  </a:rPr>
                  <a:t> in 99% confidence level for any stocks or portfolio.</a:t>
                </a:r>
              </a:p>
              <a:p>
                <a:pPr>
                  <a:lnSpc>
                    <a:spcPct val="150000"/>
                  </a:lnSpc>
                  <a:buFont typeface="Arial" panose="020B0604020202020204" pitchFamily="34" charset="0"/>
                  <a:buChar char="•"/>
                </a:pPr>
                <a:r>
                  <a:rPr lang="en-US" altLang="zh-CN" sz="1600">
                    <a:latin typeface="Times New Roman" panose="02020603050405020304" pitchFamily="18" charset="0"/>
                    <a:cs typeface="Times New Roman" panose="02020603050405020304" pitchFamily="18" charset="0"/>
                  </a:rPr>
                  <a:t>  By changing the weights </a:t>
                </a:r>
                <a14:m>
                  <m:oMath xmlns:m="http://schemas.openxmlformats.org/officeDocument/2006/math">
                    <m:r>
                      <a:rPr lang="en-US" altLang="zh-CN" sz="1600" i="1" dirty="0" smtClean="0">
                        <a:latin typeface="Cambria Math" panose="02040503050406030204" pitchFamily="18" charset="0"/>
                        <a:ea typeface="Cambria Math" panose="02040503050406030204" pitchFamily="18" charset="0"/>
                        <a:cs typeface="Times New Roman" panose="02020603050405020304" pitchFamily="18" charset="0"/>
                      </a:rPr>
                      <m:t>𝜌</m:t>
                    </m:r>
                  </m:oMath>
                </a14:m>
                <a:r>
                  <a:rPr lang="en-US" altLang="zh-CN" sz="1600">
                    <a:latin typeface="Times New Roman" panose="02020603050405020304" pitchFamily="18" charset="0"/>
                    <a:cs typeface="Times New Roman" panose="02020603050405020304" pitchFamily="18" charset="0"/>
                  </a:rPr>
                  <a:t>, the optimal portfolio composition with least risk can be identified. </a:t>
                </a:r>
              </a:p>
            </p:txBody>
          </p:sp>
        </mc:Choice>
        <mc:Fallback xmlns="">
          <p:sp>
            <p:nvSpPr>
              <p:cNvPr id="17" name="文本框 16">
                <a:extLst>
                  <a:ext uri="{FF2B5EF4-FFF2-40B4-BE49-F238E27FC236}">
                    <a16:creationId xmlns:a16="http://schemas.microsoft.com/office/drawing/2014/main" id="{2BEEFD06-8762-7C41-A8C3-E8C4C6A36548}"/>
                  </a:ext>
                </a:extLst>
              </p:cNvPr>
              <p:cNvSpPr txBox="1">
                <a:spLocks noRot="1" noChangeAspect="1" noMove="1" noResize="1" noEditPoints="1" noAdjustHandles="1" noChangeArrowheads="1" noChangeShapeType="1" noTextEdit="1"/>
              </p:cNvSpPr>
              <p:nvPr/>
            </p:nvSpPr>
            <p:spPr>
              <a:xfrm>
                <a:off x="756728" y="4050489"/>
                <a:ext cx="10678541" cy="786754"/>
              </a:xfrm>
              <a:prstGeom prst="rect">
                <a:avLst/>
              </a:prstGeom>
              <a:blipFill>
                <a:blip r:embed="rId6"/>
                <a:stretch>
                  <a:fillRect l="-228" b="-8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60A2350-44F0-004E-86EA-4CA8629FAD3C}"/>
                  </a:ext>
                </a:extLst>
              </p:cNvPr>
              <p:cNvSpPr txBox="1"/>
              <p:nvPr/>
            </p:nvSpPr>
            <p:spPr>
              <a:xfrm>
                <a:off x="2403756" y="2694355"/>
                <a:ext cx="2695747" cy="307777"/>
              </a:xfrm>
              <a:prstGeom prst="rect">
                <a:avLst/>
              </a:prstGeom>
              <a:noFill/>
            </p:spPr>
            <p:txBody>
              <a:bodyPr wrap="square" lIns="0" tIns="0" rIns="0" bIns="0" rtlCol="0">
                <a:spAutoFit/>
              </a:bodyPr>
              <a:lstStyle/>
              <a:p>
                <a:pPr algn="l"/>
                <a14:m>
                  <m:oMath xmlns:m="http://schemas.openxmlformats.org/officeDocument/2006/math">
                    <m:sSub>
                      <m:sSubPr>
                        <m:ctrlPr>
                          <a:rPr kumimoji="1" lang="en-US" altLang="zh-CN" sz="2000" i="1" smtClean="0">
                            <a:solidFill>
                              <a:schemeClr val="bg1">
                                <a:lumMod val="10000"/>
                              </a:schemeClr>
                            </a:solidFill>
                            <a:latin typeface="Cambria Math" panose="02040503050406030204" pitchFamily="18" charset="0"/>
                          </a:rPr>
                        </m:ctrlPr>
                      </m:sSubPr>
                      <m:e>
                        <m:r>
                          <a:rPr kumimoji="1" lang="en-US" altLang="zh-CN" sz="2000" b="0" i="1" smtClean="0">
                            <a:solidFill>
                              <a:schemeClr val="bg1">
                                <a:lumMod val="10000"/>
                              </a:schemeClr>
                            </a:solidFill>
                            <a:latin typeface="Cambria Math" panose="02040503050406030204" pitchFamily="18" charset="0"/>
                          </a:rPr>
                          <m:t>𝑋</m:t>
                        </m:r>
                      </m:e>
                      <m:sub>
                        <m:r>
                          <a:rPr kumimoji="1" lang="en-US" altLang="zh-CN" sz="2000" b="0" i="1" smtClean="0">
                            <a:solidFill>
                              <a:schemeClr val="bg1">
                                <a:lumMod val="10000"/>
                              </a:schemeClr>
                            </a:solidFill>
                            <a:latin typeface="Cambria Math" panose="02040503050406030204" pitchFamily="18" charset="0"/>
                          </a:rPr>
                          <m:t>𝑡</m:t>
                        </m:r>
                        <m:r>
                          <a:rPr kumimoji="1" lang="en-US" altLang="zh-CN" sz="2000" b="0" i="1" smtClean="0">
                            <a:solidFill>
                              <a:schemeClr val="bg1">
                                <a:lumMod val="10000"/>
                              </a:schemeClr>
                            </a:solidFill>
                            <a:latin typeface="Cambria Math" panose="02040503050406030204" pitchFamily="18" charset="0"/>
                          </a:rPr>
                          <m:t>+1</m:t>
                        </m:r>
                      </m:sub>
                    </m:sSub>
                  </m:oMath>
                </a14:m>
                <a:r>
                  <a:rPr kumimoji="1" lang="en-US" altLang="zh-CN" sz="2000" i="1">
                    <a:solidFill>
                      <a:schemeClr val="bg1">
                        <a:lumMod val="10000"/>
                      </a:schemeClr>
                    </a:solidFill>
                    <a:latin typeface="Sofia Pro Medium" panose="020B0000000000000000" pitchFamily="34" charset="0"/>
                  </a:rPr>
                  <a:t> =  </a:t>
                </a:r>
                <a14:m>
                  <m:oMath xmlns:m="http://schemas.openxmlformats.org/officeDocument/2006/math">
                    <m:r>
                      <a:rPr kumimoji="1" lang="en-US" altLang="zh-CN" sz="2000" b="0" i="1" smtClean="0">
                        <a:solidFill>
                          <a:schemeClr val="bg1">
                            <a:lumMod val="10000"/>
                          </a:schemeClr>
                        </a:solidFill>
                        <a:latin typeface="Cambria Math" panose="02040503050406030204" pitchFamily="18" charset="0"/>
                        <a:ea typeface="Cambria Math" panose="02040503050406030204" pitchFamily="18" charset="0"/>
                      </a:rPr>
                      <m:t>𝜇</m:t>
                    </m:r>
                    <m:r>
                      <a:rPr kumimoji="1" lang="en-US" altLang="zh-CN" sz="2000" b="0" i="1" smtClean="0">
                        <a:solidFill>
                          <a:schemeClr val="bg1">
                            <a:lumMod val="10000"/>
                          </a:schemeClr>
                        </a:solidFill>
                        <a:latin typeface="Cambria Math" panose="02040503050406030204" pitchFamily="18" charset="0"/>
                        <a:ea typeface="Cambria Math" panose="02040503050406030204" pitchFamily="18" charset="0"/>
                      </a:rPr>
                      <m:t>+∅</m:t>
                    </m:r>
                    <m:sSub>
                      <m:sSubPr>
                        <m:ctrlPr>
                          <a:rPr kumimoji="1" lang="en-US" altLang="zh-CN" sz="2000" i="1" smtClean="0">
                            <a:solidFill>
                              <a:schemeClr val="bg1">
                                <a:lumMod val="10000"/>
                              </a:schemeClr>
                            </a:solidFill>
                            <a:latin typeface="Cambria Math" panose="02040503050406030204" pitchFamily="18" charset="0"/>
                            <a:ea typeface="Cambria Math" panose="02040503050406030204" pitchFamily="18" charset="0"/>
                          </a:rPr>
                        </m:ctrlPr>
                      </m:sSubPr>
                      <m:e>
                        <m:r>
                          <a:rPr kumimoji="1" lang="en-US" altLang="zh-CN" sz="2000" b="0" i="1" smtClean="0">
                            <a:solidFill>
                              <a:schemeClr val="bg1">
                                <a:lumMod val="10000"/>
                              </a:schemeClr>
                            </a:solidFill>
                            <a:latin typeface="Cambria Math" panose="02040503050406030204" pitchFamily="18" charset="0"/>
                            <a:ea typeface="Cambria Math" panose="02040503050406030204" pitchFamily="18" charset="0"/>
                          </a:rPr>
                          <m:t>𝑋</m:t>
                        </m:r>
                      </m:e>
                      <m:sub>
                        <m:r>
                          <a:rPr kumimoji="1" lang="en-US" altLang="zh-CN" sz="2000" b="0" i="1" smtClean="0">
                            <a:solidFill>
                              <a:schemeClr val="bg1">
                                <a:lumMod val="10000"/>
                              </a:schemeClr>
                            </a:solidFill>
                            <a:latin typeface="Cambria Math" panose="02040503050406030204" pitchFamily="18" charset="0"/>
                            <a:ea typeface="Cambria Math" panose="02040503050406030204" pitchFamily="18" charset="0"/>
                          </a:rPr>
                          <m:t>𝑡</m:t>
                        </m:r>
                      </m:sub>
                    </m:sSub>
                    <m:r>
                      <a:rPr kumimoji="1" lang="en-US" altLang="zh-CN" sz="2000" b="0" i="1" smtClean="0">
                        <a:solidFill>
                          <a:schemeClr val="bg1">
                            <a:lumMod val="10000"/>
                          </a:schemeClr>
                        </a:solidFill>
                        <a:latin typeface="Cambria Math" panose="02040503050406030204" pitchFamily="18" charset="0"/>
                        <a:ea typeface="Cambria Math" panose="02040503050406030204" pitchFamily="18" charset="0"/>
                      </a:rPr>
                      <m:t>+</m:t>
                    </m:r>
                    <m:sSub>
                      <m:sSubPr>
                        <m:ctrlPr>
                          <a:rPr kumimoji="1" lang="en-US" altLang="zh-CN" sz="2000" i="1" smtClean="0">
                            <a:solidFill>
                              <a:schemeClr val="bg1">
                                <a:lumMod val="10000"/>
                              </a:schemeClr>
                            </a:solidFill>
                            <a:latin typeface="Cambria Math" panose="02040503050406030204" pitchFamily="18" charset="0"/>
                            <a:ea typeface="Cambria Math" panose="02040503050406030204" pitchFamily="18" charset="0"/>
                          </a:rPr>
                        </m:ctrlPr>
                      </m:sSubPr>
                      <m:e>
                        <m:r>
                          <a:rPr kumimoji="1" lang="en-US" altLang="zh-CN" sz="2000" b="0" i="1" smtClean="0">
                            <a:solidFill>
                              <a:schemeClr val="bg1">
                                <a:lumMod val="10000"/>
                              </a:schemeClr>
                            </a:solidFill>
                            <a:latin typeface="Cambria Math" panose="02040503050406030204" pitchFamily="18" charset="0"/>
                            <a:ea typeface="Cambria Math" panose="02040503050406030204" pitchFamily="18" charset="0"/>
                          </a:rPr>
                          <m:t>𝑒</m:t>
                        </m:r>
                      </m:e>
                      <m:sub>
                        <m:r>
                          <a:rPr kumimoji="1" lang="en-US" altLang="zh-CN" sz="2000" b="0" i="1" smtClean="0">
                            <a:solidFill>
                              <a:schemeClr val="bg1">
                                <a:lumMod val="10000"/>
                              </a:schemeClr>
                            </a:solidFill>
                            <a:latin typeface="Cambria Math" panose="02040503050406030204" pitchFamily="18" charset="0"/>
                            <a:ea typeface="Cambria Math" panose="02040503050406030204" pitchFamily="18" charset="0"/>
                          </a:rPr>
                          <m:t>𝑡</m:t>
                        </m:r>
                        <m:r>
                          <a:rPr kumimoji="1" lang="en-US" altLang="zh-CN" sz="2000" b="0" i="1" smtClean="0">
                            <a:solidFill>
                              <a:schemeClr val="bg1">
                                <a:lumMod val="10000"/>
                              </a:schemeClr>
                            </a:solidFill>
                            <a:latin typeface="Cambria Math" panose="02040503050406030204" pitchFamily="18" charset="0"/>
                            <a:ea typeface="Cambria Math" panose="02040503050406030204" pitchFamily="18" charset="0"/>
                          </a:rPr>
                          <m:t>+1</m:t>
                        </m:r>
                      </m:sub>
                    </m:sSub>
                  </m:oMath>
                </a14:m>
                <a:endParaRPr kumimoji="1" lang="zh-CN" altLang="en-US" sz="2000" i="1">
                  <a:solidFill>
                    <a:schemeClr val="bg1">
                      <a:lumMod val="10000"/>
                    </a:schemeClr>
                  </a:solidFill>
                  <a:latin typeface="Sofia Pro Medium" panose="020B0000000000000000" pitchFamily="34" charset="0"/>
                </a:endParaRPr>
              </a:p>
            </p:txBody>
          </p:sp>
        </mc:Choice>
        <mc:Fallback xmlns="">
          <p:sp>
            <p:nvSpPr>
              <p:cNvPr id="19" name="文本框 18">
                <a:extLst>
                  <a:ext uri="{FF2B5EF4-FFF2-40B4-BE49-F238E27FC236}">
                    <a16:creationId xmlns:a16="http://schemas.microsoft.com/office/drawing/2014/main" id="{660A2350-44F0-004E-86EA-4CA8629FAD3C}"/>
                  </a:ext>
                </a:extLst>
              </p:cNvPr>
              <p:cNvSpPr txBox="1">
                <a:spLocks noRot="1" noChangeAspect="1" noMove="1" noResize="1" noEditPoints="1" noAdjustHandles="1" noChangeArrowheads="1" noChangeShapeType="1" noTextEdit="1"/>
              </p:cNvSpPr>
              <p:nvPr/>
            </p:nvSpPr>
            <p:spPr>
              <a:xfrm>
                <a:off x="2403756" y="2694355"/>
                <a:ext cx="2695747" cy="307777"/>
              </a:xfrm>
              <a:prstGeom prst="rect">
                <a:avLst/>
              </a:prstGeom>
              <a:blipFill>
                <a:blip r:embed="rId7"/>
                <a:stretch>
                  <a:fillRect l="-3160" t="-26000"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B9635A06-DBDE-874E-A2EF-5E02A71C9A06}"/>
                  </a:ext>
                </a:extLst>
              </p:cNvPr>
              <p:cNvSpPr txBox="1"/>
              <p:nvPr/>
            </p:nvSpPr>
            <p:spPr>
              <a:xfrm>
                <a:off x="5356493" y="2708226"/>
                <a:ext cx="2100907" cy="276999"/>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zh-CN" i="1" smtClean="0">
                              <a:solidFill>
                                <a:schemeClr val="bg1">
                                  <a:lumMod val="10000"/>
                                </a:schemeClr>
                              </a:solidFill>
                              <a:latin typeface="Cambria Math" panose="02040503050406030204" pitchFamily="18" charset="0"/>
                            </a:rPr>
                          </m:ctrlPr>
                        </m:sSubPr>
                        <m:e>
                          <m:r>
                            <a:rPr kumimoji="1" lang="en-US" altLang="zh-CN" b="0" i="1" smtClean="0">
                              <a:solidFill>
                                <a:schemeClr val="bg1">
                                  <a:lumMod val="10000"/>
                                </a:schemeClr>
                              </a:solidFill>
                              <a:latin typeface="Cambria Math" panose="02040503050406030204" pitchFamily="18" charset="0"/>
                            </a:rPr>
                            <m:t>𝑒</m:t>
                          </m:r>
                        </m:e>
                        <m:sub>
                          <m:r>
                            <a:rPr kumimoji="1" lang="en-US" altLang="zh-CN" b="0" i="1" smtClean="0">
                              <a:solidFill>
                                <a:schemeClr val="bg1">
                                  <a:lumMod val="10000"/>
                                </a:schemeClr>
                              </a:solidFill>
                              <a:latin typeface="Cambria Math" panose="02040503050406030204" pitchFamily="18" charset="0"/>
                            </a:rPr>
                            <m:t>𝑡</m:t>
                          </m:r>
                          <m:r>
                            <a:rPr kumimoji="1" lang="en-US" altLang="zh-CN" b="0" i="1" smtClean="0">
                              <a:solidFill>
                                <a:schemeClr val="bg1">
                                  <a:lumMod val="10000"/>
                                </a:schemeClr>
                              </a:solidFill>
                              <a:latin typeface="Cambria Math" panose="02040503050406030204" pitchFamily="18" charset="0"/>
                            </a:rPr>
                            <m:t>+1</m:t>
                          </m:r>
                        </m:sub>
                      </m:sSub>
                      <m:r>
                        <a:rPr kumimoji="1" lang="en-US" altLang="zh-CN" b="0" i="1" smtClean="0">
                          <a:solidFill>
                            <a:schemeClr val="bg1">
                              <a:lumMod val="10000"/>
                            </a:schemeClr>
                          </a:solidFill>
                          <a:latin typeface="Cambria Math" panose="02040503050406030204" pitchFamily="18" charset="0"/>
                        </a:rPr>
                        <m:t>=</m:t>
                      </m:r>
                      <m:sSub>
                        <m:sSubPr>
                          <m:ctrlPr>
                            <a:rPr kumimoji="1" lang="en-US" altLang="zh-CN" i="1" smtClean="0">
                              <a:solidFill>
                                <a:schemeClr val="bg1">
                                  <a:lumMod val="10000"/>
                                </a:schemeClr>
                              </a:solidFill>
                              <a:latin typeface="Cambria Math" panose="02040503050406030204" pitchFamily="18" charset="0"/>
                            </a:rPr>
                          </m:ctrlPr>
                        </m:sSubPr>
                        <m:e>
                          <m:r>
                            <a:rPr kumimoji="1" lang="en-US" altLang="zh-CN" b="0" i="1" smtClean="0">
                              <a:solidFill>
                                <a:schemeClr val="bg1">
                                  <a:lumMod val="10000"/>
                                </a:schemeClr>
                              </a:solidFill>
                              <a:latin typeface="Cambria Math" panose="02040503050406030204" pitchFamily="18" charset="0"/>
                            </a:rPr>
                            <m:t>𝜎</m:t>
                          </m:r>
                        </m:e>
                        <m:sub>
                          <m:r>
                            <a:rPr kumimoji="1" lang="en-US" altLang="zh-CN" b="0" i="1" smtClean="0">
                              <a:solidFill>
                                <a:schemeClr val="bg1">
                                  <a:lumMod val="10000"/>
                                </a:schemeClr>
                              </a:solidFill>
                              <a:latin typeface="Cambria Math" panose="02040503050406030204" pitchFamily="18" charset="0"/>
                            </a:rPr>
                            <m:t>𝑡</m:t>
                          </m:r>
                          <m:r>
                            <a:rPr kumimoji="1" lang="en-US" altLang="zh-CN" b="0" i="1" smtClean="0">
                              <a:solidFill>
                                <a:schemeClr val="bg1">
                                  <a:lumMod val="10000"/>
                                </a:schemeClr>
                              </a:solidFill>
                              <a:latin typeface="Cambria Math" panose="02040503050406030204" pitchFamily="18" charset="0"/>
                            </a:rPr>
                            <m:t>+1</m:t>
                          </m:r>
                        </m:sub>
                      </m:sSub>
                      <m:r>
                        <a:rPr kumimoji="1" lang="en-US" altLang="zh-CN" b="0" i="1" smtClean="0">
                          <a:solidFill>
                            <a:schemeClr val="bg1">
                              <a:lumMod val="10000"/>
                            </a:schemeClr>
                          </a:solidFill>
                          <a:latin typeface="Cambria Math" panose="02040503050406030204" pitchFamily="18" charset="0"/>
                        </a:rPr>
                        <m:t>+</m:t>
                      </m:r>
                      <m:sSub>
                        <m:sSubPr>
                          <m:ctrlPr>
                            <a:rPr kumimoji="1" lang="en-US" altLang="zh-CN" i="1" smtClean="0">
                              <a:solidFill>
                                <a:schemeClr val="bg1">
                                  <a:lumMod val="10000"/>
                                </a:schemeClr>
                              </a:solidFill>
                              <a:latin typeface="Cambria Math" panose="02040503050406030204" pitchFamily="18" charset="0"/>
                              <a:ea typeface="Cambria Math" panose="02040503050406030204" pitchFamily="18" charset="0"/>
                            </a:rPr>
                          </m:ctrlPr>
                        </m:sSubPr>
                        <m:e>
                          <m:r>
                            <a:rPr kumimoji="1" lang="en-US" altLang="zh-CN" b="0" i="1" smtClean="0">
                              <a:solidFill>
                                <a:schemeClr val="bg1">
                                  <a:lumMod val="10000"/>
                                </a:schemeClr>
                              </a:solidFill>
                              <a:latin typeface="Cambria Math" panose="02040503050406030204" pitchFamily="18" charset="0"/>
                              <a:ea typeface="Cambria Math" panose="02040503050406030204" pitchFamily="18" charset="0"/>
                            </a:rPr>
                            <m:t>𝜀</m:t>
                          </m:r>
                        </m:e>
                        <m:sub>
                          <m:r>
                            <a:rPr kumimoji="1" lang="en-US" altLang="zh-CN" b="0" i="1" smtClean="0">
                              <a:solidFill>
                                <a:schemeClr val="bg1">
                                  <a:lumMod val="10000"/>
                                </a:schemeClr>
                              </a:solidFill>
                              <a:latin typeface="Cambria Math" panose="02040503050406030204" pitchFamily="18" charset="0"/>
                              <a:ea typeface="Cambria Math" panose="02040503050406030204" pitchFamily="18" charset="0"/>
                            </a:rPr>
                            <m:t>𝑡</m:t>
                          </m:r>
                          <m:r>
                            <a:rPr kumimoji="1" lang="en-US" altLang="zh-CN" b="0" i="1" smtClean="0">
                              <a:solidFill>
                                <a:schemeClr val="bg1">
                                  <a:lumMod val="10000"/>
                                </a:schemeClr>
                              </a:solidFill>
                              <a:latin typeface="Cambria Math" panose="02040503050406030204" pitchFamily="18" charset="0"/>
                              <a:ea typeface="Cambria Math" panose="02040503050406030204" pitchFamily="18" charset="0"/>
                            </a:rPr>
                            <m:t>+1</m:t>
                          </m:r>
                        </m:sub>
                      </m:sSub>
                    </m:oMath>
                  </m:oMathPara>
                </a14:m>
                <a:endParaRPr kumimoji="1" lang="zh-CN" altLang="en-US" i="1">
                  <a:solidFill>
                    <a:schemeClr val="bg1">
                      <a:lumMod val="10000"/>
                    </a:schemeClr>
                  </a:solidFill>
                  <a:latin typeface="Sofia Pro Medium" panose="020B0000000000000000" pitchFamily="34" charset="0"/>
                </a:endParaRPr>
              </a:p>
            </p:txBody>
          </p:sp>
        </mc:Choice>
        <mc:Fallback xmlns="">
          <p:sp>
            <p:nvSpPr>
              <p:cNvPr id="20" name="文本框 19">
                <a:extLst>
                  <a:ext uri="{FF2B5EF4-FFF2-40B4-BE49-F238E27FC236}">
                    <a16:creationId xmlns:a16="http://schemas.microsoft.com/office/drawing/2014/main" id="{B9635A06-DBDE-874E-A2EF-5E02A71C9A06}"/>
                  </a:ext>
                </a:extLst>
              </p:cNvPr>
              <p:cNvSpPr txBox="1">
                <a:spLocks noRot="1" noChangeAspect="1" noMove="1" noResize="1" noEditPoints="1" noAdjustHandles="1" noChangeArrowheads="1" noChangeShapeType="1" noTextEdit="1"/>
              </p:cNvSpPr>
              <p:nvPr/>
            </p:nvSpPr>
            <p:spPr>
              <a:xfrm>
                <a:off x="5356493" y="2708226"/>
                <a:ext cx="2100907" cy="276999"/>
              </a:xfrm>
              <a:prstGeom prst="rect">
                <a:avLst/>
              </a:prstGeom>
              <a:blipFill>
                <a:blip r:embed="rId8"/>
                <a:stretch>
                  <a:fillRect b="-15217"/>
                </a:stretch>
              </a:blipFill>
            </p:spPr>
            <p:txBody>
              <a:bodyPr/>
              <a:lstStyle/>
              <a:p>
                <a:r>
                  <a:rPr lang="en-US">
                    <a:noFill/>
                  </a:rPr>
                  <a:t> </a:t>
                </a:r>
              </a:p>
            </p:txBody>
          </p:sp>
        </mc:Fallback>
      </mc:AlternateContent>
    </p:spTree>
    <p:extLst>
      <p:ext uri="{BB962C8B-B14F-4D97-AF65-F5344CB8AC3E}">
        <p14:creationId xmlns:p14="http://schemas.microsoft.com/office/powerpoint/2010/main" val="240645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4F1D-4ECF-3539-ECD7-E9C9D2D8B8F8}"/>
              </a:ext>
            </a:extLst>
          </p:cNvPr>
          <p:cNvSpPr>
            <a:spLocks noGrp="1"/>
          </p:cNvSpPr>
          <p:nvPr>
            <p:ph type="title"/>
          </p:nvPr>
        </p:nvSpPr>
        <p:spPr>
          <a:xfrm>
            <a:off x="3628062" y="2321004"/>
            <a:ext cx="4935875" cy="2215991"/>
          </a:xfrm>
        </p:spPr>
        <p:txBody>
          <a:bodyPr/>
          <a:lstStyle/>
          <a:p>
            <a:pPr lvl="0">
              <a:lnSpc>
                <a:spcPct val="100000"/>
              </a:lnSpc>
            </a:pPr>
            <a:r>
              <a:rPr lang="en-US" sz="4800"/>
              <a:t>Results</a:t>
            </a:r>
            <a:br>
              <a:rPr lang="en-US" sz="4800"/>
            </a:br>
            <a:r>
              <a:rPr lang="en-US" sz="4800"/>
              <a:t>and </a:t>
            </a:r>
            <a:br>
              <a:rPr lang="en-US" sz="4800"/>
            </a:br>
            <a:r>
              <a:rPr lang="en-US" sz="4800"/>
              <a:t>Evaluation</a:t>
            </a:r>
          </a:p>
        </p:txBody>
      </p:sp>
      <p:sp>
        <p:nvSpPr>
          <p:cNvPr id="4" name="Slide Number Placeholder 3">
            <a:extLst>
              <a:ext uri="{FF2B5EF4-FFF2-40B4-BE49-F238E27FC236}">
                <a16:creationId xmlns:a16="http://schemas.microsoft.com/office/drawing/2014/main" id="{55B1D080-681E-0AED-E8CA-C6B46F9858BD}"/>
              </a:ext>
            </a:extLst>
          </p:cNvPr>
          <p:cNvSpPr>
            <a:spLocks noGrp="1"/>
          </p:cNvSpPr>
          <p:nvPr>
            <p:ph type="sldNum" sz="quarter" idx="12"/>
          </p:nvPr>
        </p:nvSpPr>
        <p:spPr/>
        <p:txBody>
          <a:bodyPr/>
          <a:lstStyle/>
          <a:p>
            <a:fld id="{FB12CDF8-32CE-4E9C-B71D-397F5A61EE24}" type="slidenum">
              <a:rPr lang="en-US" smtClean="0"/>
              <a:t>16</a:t>
            </a:fld>
            <a:endParaRPr lang="en-US"/>
          </a:p>
        </p:txBody>
      </p:sp>
      <p:sp>
        <p:nvSpPr>
          <p:cNvPr id="3" name="Footer Placeholder 2">
            <a:extLst>
              <a:ext uri="{FF2B5EF4-FFF2-40B4-BE49-F238E27FC236}">
                <a16:creationId xmlns:a16="http://schemas.microsoft.com/office/drawing/2014/main" id="{57940E86-DC9B-94B2-56F3-34E3CE3FC9EF}"/>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Tree>
    <p:extLst>
      <p:ext uri="{BB962C8B-B14F-4D97-AF65-F5344CB8AC3E}">
        <p14:creationId xmlns:p14="http://schemas.microsoft.com/office/powerpoint/2010/main" val="2417137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B4E73-60E4-C4A4-8EDD-7287223DB1F6}"/>
              </a:ext>
            </a:extLst>
          </p:cNvPr>
          <p:cNvSpPr txBox="1"/>
          <p:nvPr/>
        </p:nvSpPr>
        <p:spPr>
          <a:xfrm>
            <a:off x="381000" y="337535"/>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i="0" kern="1200">
                <a:solidFill>
                  <a:schemeClr val="tx2"/>
                </a:solidFill>
                <a:latin typeface="Arial" panose="020B0604020202020204" pitchFamily="34" charset="0"/>
                <a:ea typeface="+mj-ea"/>
                <a:cs typeface="+mj-cs"/>
              </a:rPr>
              <a:t>Stock Price Forecasting</a:t>
            </a:r>
          </a:p>
        </p:txBody>
      </p:sp>
      <p:sp>
        <p:nvSpPr>
          <p:cNvPr id="10" name="Slide Number Placeholder 5">
            <a:extLst>
              <a:ext uri="{FF2B5EF4-FFF2-40B4-BE49-F238E27FC236}">
                <a16:creationId xmlns:a16="http://schemas.microsoft.com/office/drawing/2014/main" id="{B63EB724-A86D-6E9B-6BE5-CD4855BF7A07}"/>
              </a:ext>
            </a:extLst>
          </p:cNvPr>
          <p:cNvSpPr>
            <a:spLocks noGrp="1"/>
          </p:cNvSpPr>
          <p:nvPr>
            <p:ph type="sldNum" sz="quarter" idx="12"/>
          </p:nvPr>
        </p:nvSpPr>
        <p:spPr>
          <a:xfrm>
            <a:off x="4724400" y="6356350"/>
            <a:ext cx="2743200" cy="365125"/>
          </a:xfrm>
        </p:spPr>
        <p:txBody>
          <a:bodyPr/>
          <a:lstStyle/>
          <a:p>
            <a:pPr>
              <a:spcAft>
                <a:spcPts val="600"/>
              </a:spcAft>
            </a:pPr>
            <a:fld id="{FB12CDF8-32CE-4E9C-B71D-397F5A61EE24}" type="slidenum">
              <a:rPr lang="en-US" smtClean="0"/>
              <a:pPr>
                <a:spcAft>
                  <a:spcPts val="600"/>
                </a:spcAft>
              </a:pPr>
              <a:t>17</a:t>
            </a:fld>
            <a:endParaRPr lang="en-US"/>
          </a:p>
        </p:txBody>
      </p:sp>
      <p:sp>
        <p:nvSpPr>
          <p:cNvPr id="6" name="TextBox 5">
            <a:extLst>
              <a:ext uri="{FF2B5EF4-FFF2-40B4-BE49-F238E27FC236}">
                <a16:creationId xmlns:a16="http://schemas.microsoft.com/office/drawing/2014/main" id="{4929665F-B6F3-290B-0967-BA9EBE3A8CE5}"/>
              </a:ext>
            </a:extLst>
          </p:cNvPr>
          <p:cNvSpPr txBox="1"/>
          <p:nvPr/>
        </p:nvSpPr>
        <p:spPr>
          <a:xfrm>
            <a:off x="737937" y="1876926"/>
            <a:ext cx="1363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3600" b="1">
              <a:latin typeface="Sofia Pro Medium" panose="020B0000000000000000" pitchFamily="34" charset="0"/>
            </a:endParaRPr>
          </a:p>
        </p:txBody>
      </p:sp>
      <p:sp>
        <p:nvSpPr>
          <p:cNvPr id="5" name="TextBox 4">
            <a:extLst>
              <a:ext uri="{FF2B5EF4-FFF2-40B4-BE49-F238E27FC236}">
                <a16:creationId xmlns:a16="http://schemas.microsoft.com/office/drawing/2014/main" id="{4E96F3F7-0AE6-E6A8-A3C7-B922B771F745}"/>
              </a:ext>
            </a:extLst>
          </p:cNvPr>
          <p:cNvSpPr txBox="1"/>
          <p:nvPr/>
        </p:nvSpPr>
        <p:spPr>
          <a:xfrm>
            <a:off x="380999" y="995773"/>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a:latin typeface="Arial"/>
                <a:ea typeface="+mj-ea"/>
                <a:cs typeface="Arial"/>
              </a:rPr>
              <a:t>ARIMA</a:t>
            </a:r>
            <a:endParaRPr lang="en-US" sz="3600" b="1" i="0" kern="1200">
              <a:latin typeface="Arial" panose="020B0604020202020204" pitchFamily="34" charset="0"/>
              <a:ea typeface="+mj-ea"/>
              <a:cs typeface="+mj-cs"/>
            </a:endParaRPr>
          </a:p>
        </p:txBody>
      </p:sp>
      <p:pic>
        <p:nvPicPr>
          <p:cNvPr id="4" name="Picture 6" descr="Chart&#10;&#10;Description automatically generated">
            <a:extLst>
              <a:ext uri="{FF2B5EF4-FFF2-40B4-BE49-F238E27FC236}">
                <a16:creationId xmlns:a16="http://schemas.microsoft.com/office/drawing/2014/main" id="{5C0C9B82-A2A1-2674-6B86-3A4D6F152E9B}"/>
              </a:ext>
            </a:extLst>
          </p:cNvPr>
          <p:cNvPicPr>
            <a:picLocks noChangeAspect="1"/>
          </p:cNvPicPr>
          <p:nvPr/>
        </p:nvPicPr>
        <p:blipFill>
          <a:blip r:embed="rId2"/>
          <a:stretch>
            <a:fillRect/>
          </a:stretch>
        </p:blipFill>
        <p:spPr>
          <a:xfrm>
            <a:off x="250092" y="1875220"/>
            <a:ext cx="5605584" cy="3605789"/>
          </a:xfrm>
          <a:prstGeom prst="rect">
            <a:avLst/>
          </a:prstGeom>
        </p:spPr>
      </p:pic>
      <p:pic>
        <p:nvPicPr>
          <p:cNvPr id="7" name="Picture 7" descr="Chart, line chart&#10;&#10;Description automatically generated">
            <a:extLst>
              <a:ext uri="{FF2B5EF4-FFF2-40B4-BE49-F238E27FC236}">
                <a16:creationId xmlns:a16="http://schemas.microsoft.com/office/drawing/2014/main" id="{E76A1521-20B0-7557-2ED0-3DA362B0A5FA}"/>
              </a:ext>
            </a:extLst>
          </p:cNvPr>
          <p:cNvPicPr>
            <a:picLocks noChangeAspect="1"/>
          </p:cNvPicPr>
          <p:nvPr/>
        </p:nvPicPr>
        <p:blipFill>
          <a:blip r:embed="rId3"/>
          <a:stretch>
            <a:fillRect/>
          </a:stretch>
        </p:blipFill>
        <p:spPr>
          <a:xfrm>
            <a:off x="6092092" y="475454"/>
            <a:ext cx="5879122" cy="2800476"/>
          </a:xfrm>
          <a:prstGeom prst="rect">
            <a:avLst/>
          </a:prstGeom>
        </p:spPr>
      </p:pic>
      <p:pic>
        <p:nvPicPr>
          <p:cNvPr id="8" name="Picture 8" descr="Chart, line chart&#10;&#10;Description automatically generated">
            <a:extLst>
              <a:ext uri="{FF2B5EF4-FFF2-40B4-BE49-F238E27FC236}">
                <a16:creationId xmlns:a16="http://schemas.microsoft.com/office/drawing/2014/main" id="{99A3B989-9AF1-DFC0-51F2-E9F210184BF8}"/>
              </a:ext>
            </a:extLst>
          </p:cNvPr>
          <p:cNvPicPr>
            <a:picLocks noChangeAspect="1"/>
          </p:cNvPicPr>
          <p:nvPr/>
        </p:nvPicPr>
        <p:blipFill>
          <a:blip r:embed="rId4"/>
          <a:stretch>
            <a:fillRect/>
          </a:stretch>
        </p:blipFill>
        <p:spPr>
          <a:xfrm>
            <a:off x="6092092" y="3357662"/>
            <a:ext cx="5879123" cy="2897598"/>
          </a:xfrm>
          <a:prstGeom prst="rect">
            <a:avLst/>
          </a:prstGeom>
        </p:spPr>
      </p:pic>
    </p:spTree>
    <p:extLst>
      <p:ext uri="{BB962C8B-B14F-4D97-AF65-F5344CB8AC3E}">
        <p14:creationId xmlns:p14="http://schemas.microsoft.com/office/powerpoint/2010/main" val="1422134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B4E73-60E4-C4A4-8EDD-7287223DB1F6}"/>
              </a:ext>
            </a:extLst>
          </p:cNvPr>
          <p:cNvSpPr txBox="1"/>
          <p:nvPr/>
        </p:nvSpPr>
        <p:spPr>
          <a:xfrm>
            <a:off x="381000" y="554736"/>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i="0" kern="1200">
                <a:solidFill>
                  <a:schemeClr val="tx2"/>
                </a:solidFill>
                <a:latin typeface="Arial" panose="020B0604020202020204" pitchFamily="34" charset="0"/>
                <a:ea typeface="+mj-ea"/>
                <a:cs typeface="+mj-cs"/>
              </a:rPr>
              <a:t>Stock Price Forecasting</a:t>
            </a:r>
          </a:p>
        </p:txBody>
      </p:sp>
      <p:sp>
        <p:nvSpPr>
          <p:cNvPr id="10" name="Slide Number Placeholder 5">
            <a:extLst>
              <a:ext uri="{FF2B5EF4-FFF2-40B4-BE49-F238E27FC236}">
                <a16:creationId xmlns:a16="http://schemas.microsoft.com/office/drawing/2014/main" id="{B63EB724-A86D-6E9B-6BE5-CD4855BF7A07}"/>
              </a:ext>
            </a:extLst>
          </p:cNvPr>
          <p:cNvSpPr>
            <a:spLocks noGrp="1"/>
          </p:cNvSpPr>
          <p:nvPr>
            <p:ph type="sldNum" sz="quarter" idx="12"/>
          </p:nvPr>
        </p:nvSpPr>
        <p:spPr>
          <a:xfrm>
            <a:off x="4724400" y="6356350"/>
            <a:ext cx="2743200" cy="365125"/>
          </a:xfrm>
        </p:spPr>
        <p:txBody>
          <a:bodyPr vert="horz" lIns="91440" tIns="45720" rIns="91440" bIns="45720" rtlCol="0" anchor="ctr">
            <a:normAutofit/>
          </a:bodyPr>
          <a:lstStyle/>
          <a:p>
            <a:pPr>
              <a:spcAft>
                <a:spcPts val="600"/>
              </a:spcAft>
            </a:pPr>
            <a:fld id="{FB12CDF8-32CE-4E9C-B71D-397F5A61EE24}" type="slidenum">
              <a:rPr lang="en-US" smtClean="0"/>
              <a:pPr>
                <a:spcAft>
                  <a:spcPts val="600"/>
                </a:spcAft>
              </a:pPr>
              <a:t>18</a:t>
            </a:fld>
            <a:endParaRPr lang="en-US"/>
          </a:p>
        </p:txBody>
      </p:sp>
      <p:graphicFrame>
        <p:nvGraphicFramePr>
          <p:cNvPr id="5" name="Table 4">
            <a:extLst>
              <a:ext uri="{FF2B5EF4-FFF2-40B4-BE49-F238E27FC236}">
                <a16:creationId xmlns:a16="http://schemas.microsoft.com/office/drawing/2014/main" id="{3BCABDBD-1C36-2C27-8112-BA8BF1B17DFA}"/>
              </a:ext>
            </a:extLst>
          </p:cNvPr>
          <p:cNvGraphicFramePr>
            <a:graphicFrameLocks noGrp="1"/>
          </p:cNvGraphicFramePr>
          <p:nvPr>
            <p:extLst>
              <p:ext uri="{D42A27DB-BD31-4B8C-83A1-F6EECF244321}">
                <p14:modId xmlns:p14="http://schemas.microsoft.com/office/powerpoint/2010/main" val="1108887538"/>
              </p:ext>
            </p:extLst>
          </p:nvPr>
        </p:nvGraphicFramePr>
        <p:xfrm>
          <a:off x="628031" y="1788326"/>
          <a:ext cx="10935938" cy="4173210"/>
        </p:xfrm>
        <a:graphic>
          <a:graphicData uri="http://schemas.openxmlformats.org/drawingml/2006/table">
            <a:tbl>
              <a:tblPr firstRow="1" firstCol="1" bandRow="1">
                <a:tableStyleId>{5C22544A-7EE6-4342-B048-85BDC9FD1C3A}</a:tableStyleId>
              </a:tblPr>
              <a:tblGrid>
                <a:gridCol w="3951039">
                  <a:extLst>
                    <a:ext uri="{9D8B030D-6E8A-4147-A177-3AD203B41FA5}">
                      <a16:colId xmlns:a16="http://schemas.microsoft.com/office/drawing/2014/main" val="2843218477"/>
                    </a:ext>
                  </a:extLst>
                </a:gridCol>
                <a:gridCol w="3635291">
                  <a:extLst>
                    <a:ext uri="{9D8B030D-6E8A-4147-A177-3AD203B41FA5}">
                      <a16:colId xmlns:a16="http://schemas.microsoft.com/office/drawing/2014/main" val="2329510223"/>
                    </a:ext>
                  </a:extLst>
                </a:gridCol>
                <a:gridCol w="3349608">
                  <a:extLst>
                    <a:ext uri="{9D8B030D-6E8A-4147-A177-3AD203B41FA5}">
                      <a16:colId xmlns:a16="http://schemas.microsoft.com/office/drawing/2014/main" val="1095942380"/>
                    </a:ext>
                  </a:extLst>
                </a:gridCol>
              </a:tblGrid>
              <a:tr h="417321">
                <a:tc>
                  <a:txBody>
                    <a:bodyPr/>
                    <a:lstStyle/>
                    <a:p>
                      <a:pPr algn="ctr">
                        <a:spcAft>
                          <a:spcPts val="0"/>
                        </a:spcAft>
                      </a:pPr>
                      <a:r>
                        <a:rPr lang="en-US" sz="2400">
                          <a:effectLst/>
                        </a:rPr>
                        <a:t>Company</a:t>
                      </a:r>
                      <a:endParaRPr lang="en-US" sz="2700">
                        <a:effectLst/>
                      </a:endParaRPr>
                    </a:p>
                  </a:txBody>
                  <a:tcPr marL="102062" marR="102062" marT="0" marB="0"/>
                </a:tc>
                <a:tc>
                  <a:txBody>
                    <a:bodyPr/>
                    <a:lstStyle/>
                    <a:p>
                      <a:pPr algn="ctr">
                        <a:spcAft>
                          <a:spcPts val="0"/>
                        </a:spcAft>
                      </a:pPr>
                      <a:r>
                        <a:rPr lang="en-US" sz="2400">
                          <a:effectLst/>
                        </a:rPr>
                        <a:t>Measure</a:t>
                      </a:r>
                      <a:endParaRPr lang="en-US" sz="2700">
                        <a:effectLst/>
                      </a:endParaRPr>
                    </a:p>
                  </a:txBody>
                  <a:tcPr marL="102062" marR="102062" marT="0" marB="0"/>
                </a:tc>
                <a:tc>
                  <a:txBody>
                    <a:bodyPr/>
                    <a:lstStyle/>
                    <a:p>
                      <a:pPr algn="ctr">
                        <a:spcAft>
                          <a:spcPts val="0"/>
                        </a:spcAft>
                      </a:pPr>
                      <a:r>
                        <a:rPr lang="en-US" sz="2400">
                          <a:effectLst/>
                        </a:rPr>
                        <a:t>Value</a:t>
                      </a:r>
                      <a:endParaRPr lang="en-US" sz="2700">
                        <a:effectLst/>
                      </a:endParaRPr>
                    </a:p>
                  </a:txBody>
                  <a:tcPr marL="102062" marR="102062" marT="0" marB="0"/>
                </a:tc>
                <a:extLst>
                  <a:ext uri="{0D108BD9-81ED-4DB2-BD59-A6C34878D82A}">
                    <a16:rowId xmlns:a16="http://schemas.microsoft.com/office/drawing/2014/main" val="3863951519"/>
                  </a:ext>
                </a:extLst>
              </a:tr>
              <a:tr h="417321">
                <a:tc rowSpan="3">
                  <a:txBody>
                    <a:bodyPr/>
                    <a:lstStyle/>
                    <a:p>
                      <a:pPr algn="ctr">
                        <a:spcAft>
                          <a:spcPts val="0"/>
                        </a:spcAft>
                      </a:pPr>
                      <a:r>
                        <a:rPr lang="en-US" sz="2400">
                          <a:effectLst/>
                        </a:rPr>
                        <a:t>JPM</a:t>
                      </a:r>
                      <a:endParaRPr lang="en-US" sz="2700">
                        <a:effectLst/>
                      </a:endParaRPr>
                    </a:p>
                  </a:txBody>
                  <a:tcPr marL="102062" marR="102062" marT="0" marB="0"/>
                </a:tc>
                <a:tc>
                  <a:txBody>
                    <a:bodyPr/>
                    <a:lstStyle/>
                    <a:p>
                      <a:pPr algn="ctr">
                        <a:spcAft>
                          <a:spcPts val="0"/>
                        </a:spcAft>
                      </a:pPr>
                      <a:r>
                        <a:rPr lang="en-US" sz="2400" b="1">
                          <a:effectLst/>
                        </a:rPr>
                        <a:t>MAE</a:t>
                      </a:r>
                      <a:endParaRPr lang="en-US" sz="2700" b="1">
                        <a:effectLst/>
                      </a:endParaRPr>
                    </a:p>
                  </a:txBody>
                  <a:tcPr marL="102062" marR="102062" marT="0" marB="0"/>
                </a:tc>
                <a:tc>
                  <a:txBody>
                    <a:bodyPr/>
                    <a:lstStyle/>
                    <a:p>
                      <a:pPr algn="ctr">
                        <a:spcAft>
                          <a:spcPts val="0"/>
                        </a:spcAft>
                      </a:pPr>
                      <a:r>
                        <a:rPr lang="en-US" sz="2400">
                          <a:effectLst/>
                        </a:rPr>
                        <a:t>0.9147</a:t>
                      </a:r>
                      <a:endParaRPr lang="en-US" sz="2700">
                        <a:effectLst/>
                      </a:endParaRPr>
                    </a:p>
                  </a:txBody>
                  <a:tcPr marL="102062" marR="102062" marT="0" marB="0"/>
                </a:tc>
                <a:extLst>
                  <a:ext uri="{0D108BD9-81ED-4DB2-BD59-A6C34878D82A}">
                    <a16:rowId xmlns:a16="http://schemas.microsoft.com/office/drawing/2014/main" val="1802479345"/>
                  </a:ext>
                </a:extLst>
              </a:tr>
              <a:tr h="417321">
                <a:tc vMerge="1">
                  <a:txBody>
                    <a:bodyPr/>
                    <a:lstStyle/>
                    <a:p>
                      <a:endParaRPr lang="en-US"/>
                    </a:p>
                  </a:txBody>
                  <a:tcPr/>
                </a:tc>
                <a:tc>
                  <a:txBody>
                    <a:bodyPr/>
                    <a:lstStyle/>
                    <a:p>
                      <a:pPr algn="ctr">
                        <a:spcAft>
                          <a:spcPts val="0"/>
                        </a:spcAft>
                      </a:pPr>
                      <a:r>
                        <a:rPr lang="en-US" sz="2400" b="1">
                          <a:effectLst/>
                        </a:rPr>
                        <a:t>MSE</a:t>
                      </a:r>
                      <a:endParaRPr lang="en-US" sz="2700" b="1">
                        <a:effectLst/>
                      </a:endParaRPr>
                    </a:p>
                  </a:txBody>
                  <a:tcPr marL="102062" marR="102062" marT="0" marB="0"/>
                </a:tc>
                <a:tc>
                  <a:txBody>
                    <a:bodyPr/>
                    <a:lstStyle/>
                    <a:p>
                      <a:pPr algn="ctr">
                        <a:spcAft>
                          <a:spcPts val="0"/>
                        </a:spcAft>
                      </a:pPr>
                      <a:r>
                        <a:rPr lang="en-US" sz="2400">
                          <a:effectLst/>
                        </a:rPr>
                        <a:t>2.1982</a:t>
                      </a:r>
                      <a:endParaRPr lang="en-US" sz="2700">
                        <a:effectLst/>
                      </a:endParaRPr>
                    </a:p>
                  </a:txBody>
                  <a:tcPr marL="102062" marR="102062" marT="0" marB="0"/>
                </a:tc>
                <a:extLst>
                  <a:ext uri="{0D108BD9-81ED-4DB2-BD59-A6C34878D82A}">
                    <a16:rowId xmlns:a16="http://schemas.microsoft.com/office/drawing/2014/main" val="3365255041"/>
                  </a:ext>
                </a:extLst>
              </a:tr>
              <a:tr h="417321">
                <a:tc vMerge="1">
                  <a:txBody>
                    <a:bodyPr/>
                    <a:lstStyle/>
                    <a:p>
                      <a:endParaRPr lang="en-US"/>
                    </a:p>
                  </a:txBody>
                  <a:tcPr/>
                </a:tc>
                <a:tc>
                  <a:txBody>
                    <a:bodyPr/>
                    <a:lstStyle/>
                    <a:p>
                      <a:pPr algn="ctr">
                        <a:spcAft>
                          <a:spcPts val="0"/>
                        </a:spcAft>
                      </a:pPr>
                      <a:r>
                        <a:rPr lang="en-US" sz="2400" b="1">
                          <a:effectLst/>
                        </a:rPr>
                        <a:t>RMSE</a:t>
                      </a:r>
                      <a:endParaRPr lang="en-US" sz="2700" b="1">
                        <a:effectLst/>
                      </a:endParaRPr>
                    </a:p>
                  </a:txBody>
                  <a:tcPr marL="102062" marR="102062" marT="0" marB="0"/>
                </a:tc>
                <a:tc>
                  <a:txBody>
                    <a:bodyPr/>
                    <a:lstStyle/>
                    <a:p>
                      <a:pPr algn="ctr">
                        <a:spcAft>
                          <a:spcPts val="0"/>
                        </a:spcAft>
                      </a:pPr>
                      <a:r>
                        <a:rPr lang="en-US" sz="2400">
                          <a:effectLst/>
                        </a:rPr>
                        <a:t>1.4826</a:t>
                      </a:r>
                      <a:endParaRPr lang="en-US" sz="2700">
                        <a:effectLst/>
                      </a:endParaRPr>
                    </a:p>
                  </a:txBody>
                  <a:tcPr marL="102062" marR="102062" marT="0" marB="0"/>
                </a:tc>
                <a:extLst>
                  <a:ext uri="{0D108BD9-81ED-4DB2-BD59-A6C34878D82A}">
                    <a16:rowId xmlns:a16="http://schemas.microsoft.com/office/drawing/2014/main" val="2654191135"/>
                  </a:ext>
                </a:extLst>
              </a:tr>
              <a:tr h="417321">
                <a:tc rowSpan="3">
                  <a:txBody>
                    <a:bodyPr/>
                    <a:lstStyle/>
                    <a:p>
                      <a:pPr algn="ctr">
                        <a:spcAft>
                          <a:spcPts val="0"/>
                        </a:spcAft>
                      </a:pPr>
                      <a:r>
                        <a:rPr lang="en-US" sz="2400">
                          <a:effectLst/>
                        </a:rPr>
                        <a:t>Google</a:t>
                      </a:r>
                      <a:endParaRPr lang="en-US" sz="2700">
                        <a:effectLst/>
                      </a:endParaRPr>
                    </a:p>
                  </a:txBody>
                  <a:tcPr marL="102062" marR="102062" marT="0" marB="0"/>
                </a:tc>
                <a:tc>
                  <a:txBody>
                    <a:bodyPr/>
                    <a:lstStyle/>
                    <a:p>
                      <a:pPr algn="ctr">
                        <a:spcAft>
                          <a:spcPts val="0"/>
                        </a:spcAft>
                      </a:pPr>
                      <a:r>
                        <a:rPr lang="en-US" sz="2400" b="1">
                          <a:effectLst/>
                        </a:rPr>
                        <a:t>MAE</a:t>
                      </a:r>
                      <a:endParaRPr lang="en-US" sz="2700" b="1">
                        <a:effectLst/>
                      </a:endParaRPr>
                    </a:p>
                  </a:txBody>
                  <a:tcPr marL="102062" marR="102062" marT="0" marB="0"/>
                </a:tc>
                <a:tc>
                  <a:txBody>
                    <a:bodyPr/>
                    <a:lstStyle/>
                    <a:p>
                      <a:pPr algn="ctr">
                        <a:spcAft>
                          <a:spcPts val="0"/>
                        </a:spcAft>
                      </a:pPr>
                      <a:r>
                        <a:rPr lang="en-US" sz="2400" b="1">
                          <a:solidFill>
                            <a:srgbClr val="FF0000"/>
                          </a:solidFill>
                          <a:effectLst/>
                        </a:rPr>
                        <a:t>0.6900</a:t>
                      </a:r>
                      <a:endParaRPr lang="en-US" sz="2700" b="1">
                        <a:solidFill>
                          <a:srgbClr val="FF0000"/>
                        </a:solidFill>
                        <a:effectLst/>
                      </a:endParaRPr>
                    </a:p>
                  </a:txBody>
                  <a:tcPr marL="102062" marR="102062" marT="0" marB="0"/>
                </a:tc>
                <a:extLst>
                  <a:ext uri="{0D108BD9-81ED-4DB2-BD59-A6C34878D82A}">
                    <a16:rowId xmlns:a16="http://schemas.microsoft.com/office/drawing/2014/main" val="3972479356"/>
                  </a:ext>
                </a:extLst>
              </a:tr>
              <a:tr h="417321">
                <a:tc vMerge="1">
                  <a:txBody>
                    <a:bodyPr/>
                    <a:lstStyle/>
                    <a:p>
                      <a:endParaRPr lang="en-US"/>
                    </a:p>
                  </a:txBody>
                  <a:tcPr/>
                </a:tc>
                <a:tc>
                  <a:txBody>
                    <a:bodyPr/>
                    <a:lstStyle/>
                    <a:p>
                      <a:pPr algn="ctr">
                        <a:spcAft>
                          <a:spcPts val="0"/>
                        </a:spcAft>
                      </a:pPr>
                      <a:r>
                        <a:rPr lang="en-US" sz="2400" b="1">
                          <a:effectLst/>
                        </a:rPr>
                        <a:t>MSE</a:t>
                      </a:r>
                      <a:endParaRPr lang="en-US" sz="2700" b="1">
                        <a:effectLst/>
                      </a:endParaRPr>
                    </a:p>
                  </a:txBody>
                  <a:tcPr marL="102062" marR="102062" marT="0" marB="0"/>
                </a:tc>
                <a:tc>
                  <a:txBody>
                    <a:bodyPr/>
                    <a:lstStyle/>
                    <a:p>
                      <a:pPr algn="ctr">
                        <a:spcAft>
                          <a:spcPts val="0"/>
                        </a:spcAft>
                      </a:pPr>
                      <a:r>
                        <a:rPr lang="en-US" sz="2400" b="1">
                          <a:solidFill>
                            <a:srgbClr val="FF0000"/>
                          </a:solidFill>
                          <a:effectLst/>
                        </a:rPr>
                        <a:t>1.4813</a:t>
                      </a:r>
                      <a:endParaRPr lang="en-US" sz="2700" b="1">
                        <a:solidFill>
                          <a:srgbClr val="FF0000"/>
                        </a:solidFill>
                        <a:effectLst/>
                      </a:endParaRPr>
                    </a:p>
                  </a:txBody>
                  <a:tcPr marL="102062" marR="102062" marT="0" marB="0"/>
                </a:tc>
                <a:extLst>
                  <a:ext uri="{0D108BD9-81ED-4DB2-BD59-A6C34878D82A}">
                    <a16:rowId xmlns:a16="http://schemas.microsoft.com/office/drawing/2014/main" val="1331975734"/>
                  </a:ext>
                </a:extLst>
              </a:tr>
              <a:tr h="417321">
                <a:tc vMerge="1">
                  <a:txBody>
                    <a:bodyPr/>
                    <a:lstStyle/>
                    <a:p>
                      <a:endParaRPr lang="en-US"/>
                    </a:p>
                  </a:txBody>
                  <a:tcPr/>
                </a:tc>
                <a:tc>
                  <a:txBody>
                    <a:bodyPr/>
                    <a:lstStyle/>
                    <a:p>
                      <a:pPr algn="ctr">
                        <a:spcAft>
                          <a:spcPts val="0"/>
                        </a:spcAft>
                      </a:pPr>
                      <a:r>
                        <a:rPr lang="en-US" sz="2400" b="1">
                          <a:effectLst/>
                        </a:rPr>
                        <a:t>RMSE</a:t>
                      </a:r>
                      <a:endParaRPr lang="en-US" sz="2700" b="1">
                        <a:effectLst/>
                      </a:endParaRPr>
                    </a:p>
                  </a:txBody>
                  <a:tcPr marL="102062" marR="102062" marT="0" marB="0"/>
                </a:tc>
                <a:tc>
                  <a:txBody>
                    <a:bodyPr/>
                    <a:lstStyle/>
                    <a:p>
                      <a:pPr algn="ctr">
                        <a:spcAft>
                          <a:spcPts val="0"/>
                        </a:spcAft>
                      </a:pPr>
                      <a:r>
                        <a:rPr lang="en-US" sz="2400" b="1">
                          <a:solidFill>
                            <a:srgbClr val="FF0000"/>
                          </a:solidFill>
                          <a:effectLst/>
                        </a:rPr>
                        <a:t>1.2171</a:t>
                      </a:r>
                      <a:endParaRPr lang="en-US" sz="2700" b="1">
                        <a:solidFill>
                          <a:srgbClr val="FF0000"/>
                        </a:solidFill>
                        <a:effectLst/>
                      </a:endParaRPr>
                    </a:p>
                  </a:txBody>
                  <a:tcPr marL="102062" marR="102062" marT="0" marB="0"/>
                </a:tc>
                <a:extLst>
                  <a:ext uri="{0D108BD9-81ED-4DB2-BD59-A6C34878D82A}">
                    <a16:rowId xmlns:a16="http://schemas.microsoft.com/office/drawing/2014/main" val="1105018955"/>
                  </a:ext>
                </a:extLst>
              </a:tr>
              <a:tr h="417321">
                <a:tc rowSpan="3">
                  <a:txBody>
                    <a:bodyPr/>
                    <a:lstStyle/>
                    <a:p>
                      <a:pPr algn="ctr">
                        <a:spcAft>
                          <a:spcPts val="0"/>
                        </a:spcAft>
                      </a:pPr>
                      <a:r>
                        <a:rPr lang="en-US" sz="2400">
                          <a:effectLst/>
                        </a:rPr>
                        <a:t>Tesla</a:t>
                      </a:r>
                      <a:endParaRPr lang="en-US" sz="2700">
                        <a:effectLst/>
                      </a:endParaRPr>
                    </a:p>
                  </a:txBody>
                  <a:tcPr marL="102062" marR="102062" marT="0" marB="0"/>
                </a:tc>
                <a:tc>
                  <a:txBody>
                    <a:bodyPr/>
                    <a:lstStyle/>
                    <a:p>
                      <a:pPr algn="ctr">
                        <a:spcAft>
                          <a:spcPts val="0"/>
                        </a:spcAft>
                      </a:pPr>
                      <a:r>
                        <a:rPr lang="en-US" sz="2400" b="1">
                          <a:effectLst/>
                        </a:rPr>
                        <a:t>MAE</a:t>
                      </a:r>
                      <a:endParaRPr lang="en-US" sz="2700" b="1">
                        <a:effectLst/>
                      </a:endParaRPr>
                    </a:p>
                  </a:txBody>
                  <a:tcPr marL="102062" marR="102062" marT="0" marB="0"/>
                </a:tc>
                <a:tc>
                  <a:txBody>
                    <a:bodyPr/>
                    <a:lstStyle/>
                    <a:p>
                      <a:pPr algn="ctr">
                        <a:spcAft>
                          <a:spcPts val="0"/>
                        </a:spcAft>
                      </a:pPr>
                      <a:r>
                        <a:rPr lang="en-US" sz="2400">
                          <a:effectLst/>
                        </a:rPr>
                        <a:t>1.8918</a:t>
                      </a:r>
                      <a:endParaRPr lang="en-US" sz="2700">
                        <a:effectLst/>
                      </a:endParaRPr>
                    </a:p>
                  </a:txBody>
                  <a:tcPr marL="102062" marR="102062" marT="0" marB="0"/>
                </a:tc>
                <a:extLst>
                  <a:ext uri="{0D108BD9-81ED-4DB2-BD59-A6C34878D82A}">
                    <a16:rowId xmlns:a16="http://schemas.microsoft.com/office/drawing/2014/main" val="2749562765"/>
                  </a:ext>
                </a:extLst>
              </a:tr>
              <a:tr h="417321">
                <a:tc vMerge="1">
                  <a:txBody>
                    <a:bodyPr/>
                    <a:lstStyle/>
                    <a:p>
                      <a:endParaRPr lang="en-US"/>
                    </a:p>
                  </a:txBody>
                  <a:tcPr/>
                </a:tc>
                <a:tc>
                  <a:txBody>
                    <a:bodyPr/>
                    <a:lstStyle/>
                    <a:p>
                      <a:pPr algn="ctr">
                        <a:spcAft>
                          <a:spcPts val="0"/>
                        </a:spcAft>
                      </a:pPr>
                      <a:r>
                        <a:rPr lang="en-US" sz="2400" b="1">
                          <a:effectLst/>
                        </a:rPr>
                        <a:t>MSE</a:t>
                      </a:r>
                      <a:endParaRPr lang="en-US" sz="2700" b="1">
                        <a:effectLst/>
                      </a:endParaRPr>
                    </a:p>
                  </a:txBody>
                  <a:tcPr marL="102062" marR="102062" marT="0" marB="0"/>
                </a:tc>
                <a:tc>
                  <a:txBody>
                    <a:bodyPr/>
                    <a:lstStyle/>
                    <a:p>
                      <a:pPr algn="ctr">
                        <a:spcAft>
                          <a:spcPts val="0"/>
                        </a:spcAft>
                      </a:pPr>
                      <a:r>
                        <a:rPr lang="en-US" sz="2400">
                          <a:effectLst/>
                        </a:rPr>
                        <a:t>22.0877</a:t>
                      </a:r>
                      <a:endParaRPr lang="en-US" sz="2700">
                        <a:effectLst/>
                      </a:endParaRPr>
                    </a:p>
                  </a:txBody>
                  <a:tcPr marL="102062" marR="102062" marT="0" marB="0"/>
                </a:tc>
                <a:extLst>
                  <a:ext uri="{0D108BD9-81ED-4DB2-BD59-A6C34878D82A}">
                    <a16:rowId xmlns:a16="http://schemas.microsoft.com/office/drawing/2014/main" val="4165825580"/>
                  </a:ext>
                </a:extLst>
              </a:tr>
              <a:tr h="417321">
                <a:tc vMerge="1">
                  <a:txBody>
                    <a:bodyPr/>
                    <a:lstStyle/>
                    <a:p>
                      <a:endParaRPr lang="en-US"/>
                    </a:p>
                  </a:txBody>
                  <a:tcPr/>
                </a:tc>
                <a:tc>
                  <a:txBody>
                    <a:bodyPr/>
                    <a:lstStyle/>
                    <a:p>
                      <a:pPr algn="ctr">
                        <a:spcAft>
                          <a:spcPts val="0"/>
                        </a:spcAft>
                      </a:pPr>
                      <a:r>
                        <a:rPr lang="en-US" sz="2400" b="1">
                          <a:effectLst/>
                        </a:rPr>
                        <a:t>RMSE</a:t>
                      </a:r>
                      <a:endParaRPr lang="en-US" sz="2700" b="1">
                        <a:effectLst/>
                      </a:endParaRPr>
                    </a:p>
                  </a:txBody>
                  <a:tcPr marL="102062" marR="102062" marT="0" marB="0"/>
                </a:tc>
                <a:tc>
                  <a:txBody>
                    <a:bodyPr/>
                    <a:lstStyle/>
                    <a:p>
                      <a:pPr algn="ctr">
                        <a:spcAft>
                          <a:spcPts val="0"/>
                        </a:spcAft>
                      </a:pPr>
                      <a:r>
                        <a:rPr lang="en-US" sz="2400">
                          <a:effectLst/>
                        </a:rPr>
                        <a:t>4.7000</a:t>
                      </a:r>
                      <a:endParaRPr lang="en-US" sz="2700">
                        <a:effectLst/>
                      </a:endParaRPr>
                    </a:p>
                  </a:txBody>
                  <a:tcPr marL="102062" marR="102062" marT="0" marB="0"/>
                </a:tc>
                <a:extLst>
                  <a:ext uri="{0D108BD9-81ED-4DB2-BD59-A6C34878D82A}">
                    <a16:rowId xmlns:a16="http://schemas.microsoft.com/office/drawing/2014/main" val="3343994677"/>
                  </a:ext>
                </a:extLst>
              </a:tr>
            </a:tbl>
          </a:graphicData>
        </a:graphic>
      </p:graphicFrame>
      <p:sp>
        <p:nvSpPr>
          <p:cNvPr id="4" name="TextBox 3">
            <a:extLst>
              <a:ext uri="{FF2B5EF4-FFF2-40B4-BE49-F238E27FC236}">
                <a16:creationId xmlns:a16="http://schemas.microsoft.com/office/drawing/2014/main" id="{F97CEB95-9438-DFF1-E427-69B8AACDD9EC}"/>
              </a:ext>
            </a:extLst>
          </p:cNvPr>
          <p:cNvSpPr txBox="1"/>
          <p:nvPr/>
        </p:nvSpPr>
        <p:spPr>
          <a:xfrm>
            <a:off x="380999" y="1132251"/>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a:latin typeface="Arial"/>
                <a:ea typeface="+mj-ea"/>
                <a:cs typeface="Arial"/>
              </a:rPr>
              <a:t>ARIMA</a:t>
            </a:r>
            <a:endParaRPr lang="en-US" sz="3600" b="1" i="0" kern="1200">
              <a:latin typeface="Arial" panose="020B0604020202020204" pitchFamily="34" charset="0"/>
              <a:ea typeface="+mj-ea"/>
              <a:cs typeface="+mj-cs"/>
            </a:endParaRPr>
          </a:p>
        </p:txBody>
      </p:sp>
    </p:spTree>
    <p:extLst>
      <p:ext uri="{BB962C8B-B14F-4D97-AF65-F5344CB8AC3E}">
        <p14:creationId xmlns:p14="http://schemas.microsoft.com/office/powerpoint/2010/main" val="2653942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B4E73-60E4-C4A4-8EDD-7287223DB1F6}"/>
              </a:ext>
            </a:extLst>
          </p:cNvPr>
          <p:cNvSpPr txBox="1"/>
          <p:nvPr/>
        </p:nvSpPr>
        <p:spPr>
          <a:xfrm>
            <a:off x="335507" y="348908"/>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i="0" kern="1200">
                <a:solidFill>
                  <a:schemeClr val="tx2"/>
                </a:solidFill>
                <a:latin typeface="Arial" panose="020B0604020202020204" pitchFamily="34" charset="0"/>
                <a:ea typeface="+mj-ea"/>
                <a:cs typeface="+mj-cs"/>
              </a:rPr>
              <a:t>Stock Price Forecasting</a:t>
            </a:r>
          </a:p>
        </p:txBody>
      </p:sp>
      <p:sp>
        <p:nvSpPr>
          <p:cNvPr id="10" name="Slide Number Placeholder 5">
            <a:extLst>
              <a:ext uri="{FF2B5EF4-FFF2-40B4-BE49-F238E27FC236}">
                <a16:creationId xmlns:a16="http://schemas.microsoft.com/office/drawing/2014/main" id="{B63EB724-A86D-6E9B-6BE5-CD4855BF7A07}"/>
              </a:ext>
            </a:extLst>
          </p:cNvPr>
          <p:cNvSpPr>
            <a:spLocks noGrp="1"/>
          </p:cNvSpPr>
          <p:nvPr>
            <p:ph type="sldNum" sz="quarter" idx="12"/>
          </p:nvPr>
        </p:nvSpPr>
        <p:spPr>
          <a:xfrm>
            <a:off x="4724400" y="6356350"/>
            <a:ext cx="2743200" cy="365125"/>
          </a:xfrm>
        </p:spPr>
        <p:txBody>
          <a:bodyPr/>
          <a:lstStyle/>
          <a:p>
            <a:pPr>
              <a:spcAft>
                <a:spcPts val="600"/>
              </a:spcAft>
            </a:pPr>
            <a:fld id="{FB12CDF8-32CE-4E9C-B71D-397F5A61EE24}" type="slidenum">
              <a:rPr lang="en-US" smtClean="0"/>
              <a:pPr>
                <a:spcAft>
                  <a:spcPts val="600"/>
                </a:spcAft>
              </a:pPr>
              <a:t>19</a:t>
            </a:fld>
            <a:endParaRPr lang="en-US"/>
          </a:p>
        </p:txBody>
      </p:sp>
      <p:sp>
        <p:nvSpPr>
          <p:cNvPr id="6" name="TextBox 5">
            <a:extLst>
              <a:ext uri="{FF2B5EF4-FFF2-40B4-BE49-F238E27FC236}">
                <a16:creationId xmlns:a16="http://schemas.microsoft.com/office/drawing/2014/main" id="{4929665F-B6F3-290B-0967-BA9EBE3A8CE5}"/>
              </a:ext>
            </a:extLst>
          </p:cNvPr>
          <p:cNvSpPr txBox="1"/>
          <p:nvPr/>
        </p:nvSpPr>
        <p:spPr>
          <a:xfrm>
            <a:off x="737937" y="1876926"/>
            <a:ext cx="1363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3600" b="1">
              <a:latin typeface="Sofia Pro Medium" panose="020B0000000000000000" pitchFamily="34" charset="0"/>
            </a:endParaRPr>
          </a:p>
        </p:txBody>
      </p:sp>
      <p:sp>
        <p:nvSpPr>
          <p:cNvPr id="7" name="TextBox 6">
            <a:extLst>
              <a:ext uri="{FF2B5EF4-FFF2-40B4-BE49-F238E27FC236}">
                <a16:creationId xmlns:a16="http://schemas.microsoft.com/office/drawing/2014/main" id="{D4EF0CE3-4FE5-5D08-7645-D84EAAE25C89}"/>
              </a:ext>
            </a:extLst>
          </p:cNvPr>
          <p:cNvSpPr txBox="1"/>
          <p:nvPr/>
        </p:nvSpPr>
        <p:spPr>
          <a:xfrm>
            <a:off x="381000" y="887969"/>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a:latin typeface="Arial"/>
                <a:ea typeface="+mj-ea"/>
                <a:cs typeface="Arial"/>
              </a:rPr>
              <a:t>Random Forest</a:t>
            </a:r>
            <a:endParaRPr lang="en-US" sz="3600" b="1" i="0" kern="1200">
              <a:latin typeface="Arial" panose="020B0604020202020204" pitchFamily="34" charset="0"/>
              <a:ea typeface="+mj-ea"/>
              <a:cs typeface="Arial"/>
            </a:endParaRPr>
          </a:p>
        </p:txBody>
      </p:sp>
      <p:pic>
        <p:nvPicPr>
          <p:cNvPr id="3" name="Picture 3" descr="Chart, line chart&#10;&#10;Description automatically generated">
            <a:extLst>
              <a:ext uri="{FF2B5EF4-FFF2-40B4-BE49-F238E27FC236}">
                <a16:creationId xmlns:a16="http://schemas.microsoft.com/office/drawing/2014/main" id="{47D02675-F2AA-2EB5-6E5C-A83234A1A7DA}"/>
              </a:ext>
            </a:extLst>
          </p:cNvPr>
          <p:cNvPicPr>
            <a:picLocks noChangeAspect="1"/>
          </p:cNvPicPr>
          <p:nvPr/>
        </p:nvPicPr>
        <p:blipFill>
          <a:blip r:embed="rId2"/>
          <a:stretch>
            <a:fillRect/>
          </a:stretch>
        </p:blipFill>
        <p:spPr>
          <a:xfrm>
            <a:off x="334240" y="1816149"/>
            <a:ext cx="5323608" cy="3753907"/>
          </a:xfrm>
          <a:prstGeom prst="rect">
            <a:avLst/>
          </a:prstGeom>
        </p:spPr>
      </p:pic>
      <p:pic>
        <p:nvPicPr>
          <p:cNvPr id="4" name="Picture 10" descr="Chart, line chart&#10;&#10;Description automatically generated">
            <a:extLst>
              <a:ext uri="{FF2B5EF4-FFF2-40B4-BE49-F238E27FC236}">
                <a16:creationId xmlns:a16="http://schemas.microsoft.com/office/drawing/2014/main" id="{907C97FE-ECE5-1768-AB7F-C6D30F76C637}"/>
              </a:ext>
            </a:extLst>
          </p:cNvPr>
          <p:cNvPicPr>
            <a:picLocks noChangeAspect="1"/>
          </p:cNvPicPr>
          <p:nvPr/>
        </p:nvPicPr>
        <p:blipFill>
          <a:blip r:embed="rId3"/>
          <a:stretch>
            <a:fillRect/>
          </a:stretch>
        </p:blipFill>
        <p:spPr>
          <a:xfrm>
            <a:off x="6057900" y="3306587"/>
            <a:ext cx="5782540" cy="2894507"/>
          </a:xfrm>
          <a:prstGeom prst="rect">
            <a:avLst/>
          </a:prstGeom>
        </p:spPr>
      </p:pic>
      <p:pic>
        <p:nvPicPr>
          <p:cNvPr id="11" name="Picture 11" descr="Chart, line chart&#10;&#10;Description automatically generated">
            <a:extLst>
              <a:ext uri="{FF2B5EF4-FFF2-40B4-BE49-F238E27FC236}">
                <a16:creationId xmlns:a16="http://schemas.microsoft.com/office/drawing/2014/main" id="{9B988B42-ADB9-7611-29E6-7158C46A91D6}"/>
              </a:ext>
            </a:extLst>
          </p:cNvPr>
          <p:cNvPicPr>
            <a:picLocks noChangeAspect="1"/>
          </p:cNvPicPr>
          <p:nvPr/>
        </p:nvPicPr>
        <p:blipFill>
          <a:blip r:embed="rId4"/>
          <a:stretch>
            <a:fillRect/>
          </a:stretch>
        </p:blipFill>
        <p:spPr>
          <a:xfrm>
            <a:off x="6057900" y="239568"/>
            <a:ext cx="5765223" cy="2845957"/>
          </a:xfrm>
          <a:prstGeom prst="rect">
            <a:avLst/>
          </a:prstGeom>
        </p:spPr>
      </p:pic>
    </p:spTree>
    <p:extLst>
      <p:ext uri="{BB962C8B-B14F-4D97-AF65-F5344CB8AC3E}">
        <p14:creationId xmlns:p14="http://schemas.microsoft.com/office/powerpoint/2010/main" val="665206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B4E73-60E4-C4A4-8EDD-7287223DB1F6}"/>
              </a:ext>
            </a:extLst>
          </p:cNvPr>
          <p:cNvSpPr txBox="1"/>
          <p:nvPr/>
        </p:nvSpPr>
        <p:spPr>
          <a:xfrm>
            <a:off x="312761" y="268133"/>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i="0" kern="1200">
                <a:solidFill>
                  <a:schemeClr val="tx2"/>
                </a:solidFill>
                <a:latin typeface="Arial" panose="020B0604020202020204" pitchFamily="34" charset="0"/>
                <a:ea typeface="+mj-ea"/>
                <a:cs typeface="+mj-cs"/>
              </a:rPr>
              <a:t>Stock Price Forecasting</a:t>
            </a:r>
          </a:p>
        </p:txBody>
      </p:sp>
      <p:sp>
        <p:nvSpPr>
          <p:cNvPr id="10" name="Slide Number Placeholder 5">
            <a:extLst>
              <a:ext uri="{FF2B5EF4-FFF2-40B4-BE49-F238E27FC236}">
                <a16:creationId xmlns:a16="http://schemas.microsoft.com/office/drawing/2014/main" id="{B63EB724-A86D-6E9B-6BE5-CD4855BF7A07}"/>
              </a:ext>
            </a:extLst>
          </p:cNvPr>
          <p:cNvSpPr>
            <a:spLocks noGrp="1"/>
          </p:cNvSpPr>
          <p:nvPr>
            <p:ph type="sldNum" sz="quarter" idx="12"/>
          </p:nvPr>
        </p:nvSpPr>
        <p:spPr>
          <a:xfrm>
            <a:off x="4724400" y="6356350"/>
            <a:ext cx="2743200" cy="365125"/>
          </a:xfrm>
        </p:spPr>
        <p:txBody>
          <a:bodyPr vert="horz" lIns="91440" tIns="45720" rIns="91440" bIns="45720" rtlCol="0" anchor="ctr">
            <a:normAutofit/>
          </a:bodyPr>
          <a:lstStyle/>
          <a:p>
            <a:pPr>
              <a:spcAft>
                <a:spcPts val="600"/>
              </a:spcAft>
            </a:pPr>
            <a:fld id="{FB12CDF8-32CE-4E9C-B71D-397F5A61EE24}" type="slidenum">
              <a:rPr lang="en-US" smtClean="0"/>
              <a:pPr>
                <a:spcAft>
                  <a:spcPts val="600"/>
                </a:spcAft>
              </a:pPr>
              <a:t>20</a:t>
            </a:fld>
            <a:endParaRPr lang="en-US"/>
          </a:p>
        </p:txBody>
      </p:sp>
      <p:sp>
        <p:nvSpPr>
          <p:cNvPr id="7" name="TextBox 6">
            <a:extLst>
              <a:ext uri="{FF2B5EF4-FFF2-40B4-BE49-F238E27FC236}">
                <a16:creationId xmlns:a16="http://schemas.microsoft.com/office/drawing/2014/main" id="{306DAB5A-7D45-C429-0153-0B41485D883C}"/>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graphicFrame>
        <p:nvGraphicFramePr>
          <p:cNvPr id="6" name="Table 5">
            <a:extLst>
              <a:ext uri="{FF2B5EF4-FFF2-40B4-BE49-F238E27FC236}">
                <a16:creationId xmlns:a16="http://schemas.microsoft.com/office/drawing/2014/main" id="{B9BCF2F4-615F-D1B6-2006-9B008D610C7C}"/>
              </a:ext>
            </a:extLst>
          </p:cNvPr>
          <p:cNvGraphicFramePr>
            <a:graphicFrameLocks noGrp="1"/>
          </p:cNvGraphicFramePr>
          <p:nvPr>
            <p:extLst>
              <p:ext uri="{D42A27DB-BD31-4B8C-83A1-F6EECF244321}">
                <p14:modId xmlns:p14="http://schemas.microsoft.com/office/powerpoint/2010/main" val="3169056012"/>
              </p:ext>
            </p:extLst>
          </p:nvPr>
        </p:nvGraphicFramePr>
        <p:xfrm>
          <a:off x="744940" y="1609298"/>
          <a:ext cx="10330679" cy="4263021"/>
        </p:xfrm>
        <a:graphic>
          <a:graphicData uri="http://schemas.openxmlformats.org/drawingml/2006/table">
            <a:tbl>
              <a:tblPr firstRow="1" firstCol="1" bandRow="1">
                <a:tableStyleId>{5C22544A-7EE6-4342-B048-85BDC9FD1C3A}</a:tableStyleId>
              </a:tblPr>
              <a:tblGrid>
                <a:gridCol w="3673840">
                  <a:extLst>
                    <a:ext uri="{9D8B030D-6E8A-4147-A177-3AD203B41FA5}">
                      <a16:colId xmlns:a16="http://schemas.microsoft.com/office/drawing/2014/main" val="4151174970"/>
                    </a:ext>
                  </a:extLst>
                </a:gridCol>
                <a:gridCol w="3421220">
                  <a:extLst>
                    <a:ext uri="{9D8B030D-6E8A-4147-A177-3AD203B41FA5}">
                      <a16:colId xmlns:a16="http://schemas.microsoft.com/office/drawing/2014/main" val="4132784334"/>
                    </a:ext>
                  </a:extLst>
                </a:gridCol>
                <a:gridCol w="3235619">
                  <a:extLst>
                    <a:ext uri="{9D8B030D-6E8A-4147-A177-3AD203B41FA5}">
                      <a16:colId xmlns:a16="http://schemas.microsoft.com/office/drawing/2014/main" val="680305676"/>
                    </a:ext>
                  </a:extLst>
                </a:gridCol>
              </a:tblGrid>
              <a:tr h="433029">
                <a:tc>
                  <a:txBody>
                    <a:bodyPr/>
                    <a:lstStyle/>
                    <a:p>
                      <a:pPr algn="ctr">
                        <a:spcAft>
                          <a:spcPts val="0"/>
                        </a:spcAft>
                      </a:pPr>
                      <a:r>
                        <a:rPr lang="en-US" sz="2400">
                          <a:effectLst/>
                        </a:rPr>
                        <a:t>Company</a:t>
                      </a:r>
                      <a:endParaRPr lang="en-US" sz="2700">
                        <a:effectLst/>
                      </a:endParaRPr>
                    </a:p>
                  </a:txBody>
                  <a:tcPr marL="101369" marR="101369" marT="0" marB="0"/>
                </a:tc>
                <a:tc>
                  <a:txBody>
                    <a:bodyPr/>
                    <a:lstStyle/>
                    <a:p>
                      <a:pPr algn="ctr">
                        <a:spcAft>
                          <a:spcPts val="0"/>
                        </a:spcAft>
                      </a:pPr>
                      <a:r>
                        <a:rPr lang="en-US" sz="2400">
                          <a:effectLst/>
                        </a:rPr>
                        <a:t>Measure</a:t>
                      </a:r>
                      <a:endParaRPr lang="en-US" sz="2700">
                        <a:effectLst/>
                      </a:endParaRPr>
                    </a:p>
                  </a:txBody>
                  <a:tcPr marL="101369" marR="101369" marT="0" marB="0"/>
                </a:tc>
                <a:tc>
                  <a:txBody>
                    <a:bodyPr/>
                    <a:lstStyle/>
                    <a:p>
                      <a:pPr algn="ctr">
                        <a:spcAft>
                          <a:spcPts val="0"/>
                        </a:spcAft>
                      </a:pPr>
                      <a:r>
                        <a:rPr lang="en-US" sz="2400">
                          <a:effectLst/>
                        </a:rPr>
                        <a:t>Value</a:t>
                      </a:r>
                      <a:endParaRPr lang="en-US" sz="2700">
                        <a:effectLst/>
                      </a:endParaRPr>
                    </a:p>
                  </a:txBody>
                  <a:tcPr marL="101369" marR="101369" marT="0" marB="0"/>
                </a:tc>
                <a:extLst>
                  <a:ext uri="{0D108BD9-81ED-4DB2-BD59-A6C34878D82A}">
                    <a16:rowId xmlns:a16="http://schemas.microsoft.com/office/drawing/2014/main" val="4120060423"/>
                  </a:ext>
                </a:extLst>
              </a:tr>
              <a:tr h="433029">
                <a:tc rowSpan="3">
                  <a:txBody>
                    <a:bodyPr/>
                    <a:lstStyle/>
                    <a:p>
                      <a:pPr algn="ctr">
                        <a:spcAft>
                          <a:spcPts val="0"/>
                        </a:spcAft>
                      </a:pPr>
                      <a:r>
                        <a:rPr lang="en-US" sz="2400">
                          <a:effectLst/>
                        </a:rPr>
                        <a:t>JPM</a:t>
                      </a:r>
                      <a:endParaRPr lang="en-US" sz="2700">
                        <a:effectLst/>
                      </a:endParaRPr>
                    </a:p>
                  </a:txBody>
                  <a:tcPr marL="101369" marR="101369" marT="0" marB="0"/>
                </a:tc>
                <a:tc>
                  <a:txBody>
                    <a:bodyPr/>
                    <a:lstStyle/>
                    <a:p>
                      <a:pPr algn="ctr">
                        <a:spcAft>
                          <a:spcPts val="0"/>
                        </a:spcAft>
                      </a:pPr>
                      <a:r>
                        <a:rPr lang="en-US" sz="2400" b="1">
                          <a:effectLst/>
                        </a:rPr>
                        <a:t>MAE</a:t>
                      </a:r>
                      <a:endParaRPr lang="en-US" sz="2700" b="1">
                        <a:effectLst/>
                      </a:endParaRPr>
                    </a:p>
                  </a:txBody>
                  <a:tcPr marL="101369" marR="101369" marT="0" marB="0"/>
                </a:tc>
                <a:tc>
                  <a:txBody>
                    <a:bodyPr/>
                    <a:lstStyle/>
                    <a:p>
                      <a:pPr algn="ctr">
                        <a:spcAft>
                          <a:spcPts val="0"/>
                        </a:spcAft>
                      </a:pPr>
                      <a:r>
                        <a:rPr lang="en-US" sz="2400">
                          <a:effectLst/>
                        </a:rPr>
                        <a:t>1.0760</a:t>
                      </a:r>
                      <a:endParaRPr lang="en-US" sz="2700">
                        <a:effectLst/>
                      </a:endParaRPr>
                    </a:p>
                  </a:txBody>
                  <a:tcPr marL="101369" marR="101369" marT="0" marB="0"/>
                </a:tc>
                <a:extLst>
                  <a:ext uri="{0D108BD9-81ED-4DB2-BD59-A6C34878D82A}">
                    <a16:rowId xmlns:a16="http://schemas.microsoft.com/office/drawing/2014/main" val="4102443459"/>
                  </a:ext>
                </a:extLst>
              </a:tr>
              <a:tr h="433029">
                <a:tc vMerge="1">
                  <a:txBody>
                    <a:bodyPr/>
                    <a:lstStyle/>
                    <a:p>
                      <a:endParaRPr lang="en-US"/>
                    </a:p>
                  </a:txBody>
                  <a:tcPr/>
                </a:tc>
                <a:tc>
                  <a:txBody>
                    <a:bodyPr/>
                    <a:lstStyle/>
                    <a:p>
                      <a:pPr algn="ctr">
                        <a:spcAft>
                          <a:spcPts val="0"/>
                        </a:spcAft>
                      </a:pPr>
                      <a:r>
                        <a:rPr lang="en-US" sz="2400" b="1">
                          <a:effectLst/>
                        </a:rPr>
                        <a:t>MSE</a:t>
                      </a:r>
                      <a:endParaRPr lang="en-US" sz="2700" b="1">
                        <a:effectLst/>
                      </a:endParaRPr>
                    </a:p>
                  </a:txBody>
                  <a:tcPr marL="101369" marR="101369" marT="0" marB="0"/>
                </a:tc>
                <a:tc>
                  <a:txBody>
                    <a:bodyPr/>
                    <a:lstStyle/>
                    <a:p>
                      <a:pPr algn="ctr">
                        <a:spcAft>
                          <a:spcPts val="0"/>
                        </a:spcAft>
                      </a:pPr>
                      <a:r>
                        <a:rPr lang="en-US" sz="2400">
                          <a:effectLst/>
                        </a:rPr>
                        <a:t>2.7412</a:t>
                      </a:r>
                      <a:endParaRPr lang="en-US" sz="2700">
                        <a:effectLst/>
                      </a:endParaRPr>
                    </a:p>
                  </a:txBody>
                  <a:tcPr marL="101369" marR="101369" marT="0" marB="0"/>
                </a:tc>
                <a:extLst>
                  <a:ext uri="{0D108BD9-81ED-4DB2-BD59-A6C34878D82A}">
                    <a16:rowId xmlns:a16="http://schemas.microsoft.com/office/drawing/2014/main" val="700841212"/>
                  </a:ext>
                </a:extLst>
              </a:tr>
              <a:tr h="433029">
                <a:tc vMerge="1">
                  <a:txBody>
                    <a:bodyPr/>
                    <a:lstStyle/>
                    <a:p>
                      <a:endParaRPr lang="en-US"/>
                    </a:p>
                  </a:txBody>
                  <a:tcPr/>
                </a:tc>
                <a:tc>
                  <a:txBody>
                    <a:bodyPr/>
                    <a:lstStyle/>
                    <a:p>
                      <a:pPr algn="ctr">
                        <a:spcAft>
                          <a:spcPts val="0"/>
                        </a:spcAft>
                      </a:pPr>
                      <a:r>
                        <a:rPr lang="en-US" sz="2400" b="1">
                          <a:effectLst/>
                        </a:rPr>
                        <a:t>RMSE</a:t>
                      </a:r>
                      <a:endParaRPr lang="en-US" sz="2700" b="1">
                        <a:effectLst/>
                      </a:endParaRPr>
                    </a:p>
                  </a:txBody>
                  <a:tcPr marL="101369" marR="101369" marT="0" marB="0"/>
                </a:tc>
                <a:tc>
                  <a:txBody>
                    <a:bodyPr/>
                    <a:lstStyle/>
                    <a:p>
                      <a:pPr algn="ctr">
                        <a:spcAft>
                          <a:spcPts val="0"/>
                        </a:spcAft>
                      </a:pPr>
                      <a:r>
                        <a:rPr lang="en-US" sz="2400">
                          <a:effectLst/>
                        </a:rPr>
                        <a:t>1.6557</a:t>
                      </a:r>
                      <a:endParaRPr lang="en-US" sz="2700">
                        <a:effectLst/>
                      </a:endParaRPr>
                    </a:p>
                  </a:txBody>
                  <a:tcPr marL="101369" marR="101369" marT="0" marB="0"/>
                </a:tc>
                <a:extLst>
                  <a:ext uri="{0D108BD9-81ED-4DB2-BD59-A6C34878D82A}">
                    <a16:rowId xmlns:a16="http://schemas.microsoft.com/office/drawing/2014/main" val="438100569"/>
                  </a:ext>
                </a:extLst>
              </a:tr>
              <a:tr h="433029">
                <a:tc rowSpan="3">
                  <a:txBody>
                    <a:bodyPr/>
                    <a:lstStyle/>
                    <a:p>
                      <a:pPr algn="ctr">
                        <a:spcAft>
                          <a:spcPts val="0"/>
                        </a:spcAft>
                      </a:pPr>
                      <a:r>
                        <a:rPr lang="en-US" sz="2400">
                          <a:effectLst/>
                        </a:rPr>
                        <a:t>Google</a:t>
                      </a:r>
                      <a:endParaRPr lang="en-US" sz="2700">
                        <a:effectLst/>
                      </a:endParaRPr>
                    </a:p>
                  </a:txBody>
                  <a:tcPr marL="101369" marR="101369" marT="0" marB="0"/>
                </a:tc>
                <a:tc>
                  <a:txBody>
                    <a:bodyPr/>
                    <a:lstStyle/>
                    <a:p>
                      <a:pPr algn="ctr">
                        <a:spcAft>
                          <a:spcPts val="0"/>
                        </a:spcAft>
                      </a:pPr>
                      <a:r>
                        <a:rPr lang="en-US" sz="2400" b="1">
                          <a:effectLst/>
                        </a:rPr>
                        <a:t>MAE</a:t>
                      </a:r>
                      <a:endParaRPr lang="en-US" sz="2700" b="1">
                        <a:effectLst/>
                      </a:endParaRPr>
                    </a:p>
                  </a:txBody>
                  <a:tcPr marL="101369" marR="101369" marT="0" marB="0"/>
                </a:tc>
                <a:tc>
                  <a:txBody>
                    <a:bodyPr/>
                    <a:lstStyle/>
                    <a:p>
                      <a:pPr algn="ctr">
                        <a:spcAft>
                          <a:spcPts val="0"/>
                        </a:spcAft>
                      </a:pPr>
                      <a:r>
                        <a:rPr lang="en-US" sz="2400" b="1">
                          <a:solidFill>
                            <a:srgbClr val="FF0000"/>
                          </a:solidFill>
                          <a:effectLst/>
                        </a:rPr>
                        <a:t>0.8045</a:t>
                      </a:r>
                      <a:endParaRPr lang="en-US" sz="2700" b="1">
                        <a:solidFill>
                          <a:srgbClr val="FF0000"/>
                        </a:solidFill>
                        <a:effectLst/>
                      </a:endParaRPr>
                    </a:p>
                  </a:txBody>
                  <a:tcPr marL="101369" marR="101369" marT="0" marB="0"/>
                </a:tc>
                <a:extLst>
                  <a:ext uri="{0D108BD9-81ED-4DB2-BD59-A6C34878D82A}">
                    <a16:rowId xmlns:a16="http://schemas.microsoft.com/office/drawing/2014/main" val="4100872279"/>
                  </a:ext>
                </a:extLst>
              </a:tr>
              <a:tr h="433029">
                <a:tc vMerge="1">
                  <a:txBody>
                    <a:bodyPr/>
                    <a:lstStyle/>
                    <a:p>
                      <a:endParaRPr lang="en-US"/>
                    </a:p>
                  </a:txBody>
                  <a:tcPr/>
                </a:tc>
                <a:tc>
                  <a:txBody>
                    <a:bodyPr/>
                    <a:lstStyle/>
                    <a:p>
                      <a:pPr algn="ctr">
                        <a:spcAft>
                          <a:spcPts val="0"/>
                        </a:spcAft>
                      </a:pPr>
                      <a:r>
                        <a:rPr lang="en-US" sz="2400" b="1">
                          <a:effectLst/>
                        </a:rPr>
                        <a:t>MSE</a:t>
                      </a:r>
                      <a:endParaRPr lang="en-US" sz="2700" b="1">
                        <a:effectLst/>
                      </a:endParaRPr>
                    </a:p>
                  </a:txBody>
                  <a:tcPr marL="101369" marR="101369" marT="0" marB="0"/>
                </a:tc>
                <a:tc>
                  <a:txBody>
                    <a:bodyPr/>
                    <a:lstStyle/>
                    <a:p>
                      <a:pPr algn="ctr">
                        <a:spcAft>
                          <a:spcPts val="0"/>
                        </a:spcAft>
                      </a:pPr>
                      <a:r>
                        <a:rPr lang="en-US" sz="2400" b="1">
                          <a:solidFill>
                            <a:srgbClr val="FF0000"/>
                          </a:solidFill>
                          <a:effectLst/>
                        </a:rPr>
                        <a:t>1.8300</a:t>
                      </a:r>
                      <a:endParaRPr lang="en-US" sz="2700" b="1">
                        <a:solidFill>
                          <a:srgbClr val="FF0000"/>
                        </a:solidFill>
                        <a:effectLst/>
                      </a:endParaRPr>
                    </a:p>
                  </a:txBody>
                  <a:tcPr marL="101369" marR="101369" marT="0" marB="0"/>
                </a:tc>
                <a:extLst>
                  <a:ext uri="{0D108BD9-81ED-4DB2-BD59-A6C34878D82A}">
                    <a16:rowId xmlns:a16="http://schemas.microsoft.com/office/drawing/2014/main" val="3417162560"/>
                  </a:ext>
                </a:extLst>
              </a:tr>
              <a:tr h="433029">
                <a:tc vMerge="1">
                  <a:txBody>
                    <a:bodyPr/>
                    <a:lstStyle/>
                    <a:p>
                      <a:endParaRPr lang="en-US"/>
                    </a:p>
                  </a:txBody>
                  <a:tcPr/>
                </a:tc>
                <a:tc>
                  <a:txBody>
                    <a:bodyPr/>
                    <a:lstStyle/>
                    <a:p>
                      <a:pPr algn="ctr">
                        <a:spcAft>
                          <a:spcPts val="0"/>
                        </a:spcAft>
                      </a:pPr>
                      <a:r>
                        <a:rPr lang="en-US" sz="2400" b="1">
                          <a:effectLst/>
                        </a:rPr>
                        <a:t>RMSE</a:t>
                      </a:r>
                      <a:endParaRPr lang="en-US" sz="2700" b="1">
                        <a:effectLst/>
                      </a:endParaRPr>
                    </a:p>
                  </a:txBody>
                  <a:tcPr marL="101369" marR="101369" marT="0" marB="0"/>
                </a:tc>
                <a:tc>
                  <a:txBody>
                    <a:bodyPr/>
                    <a:lstStyle/>
                    <a:p>
                      <a:pPr algn="ctr">
                        <a:spcAft>
                          <a:spcPts val="0"/>
                        </a:spcAft>
                      </a:pPr>
                      <a:r>
                        <a:rPr lang="en-US" sz="2400" b="1">
                          <a:solidFill>
                            <a:srgbClr val="FF0000"/>
                          </a:solidFill>
                          <a:effectLst/>
                        </a:rPr>
                        <a:t>1.3528</a:t>
                      </a:r>
                      <a:endParaRPr lang="en-US" sz="2700" b="1">
                        <a:solidFill>
                          <a:srgbClr val="FF0000"/>
                        </a:solidFill>
                        <a:effectLst/>
                      </a:endParaRPr>
                    </a:p>
                  </a:txBody>
                  <a:tcPr marL="101369" marR="101369" marT="0" marB="0"/>
                </a:tc>
                <a:extLst>
                  <a:ext uri="{0D108BD9-81ED-4DB2-BD59-A6C34878D82A}">
                    <a16:rowId xmlns:a16="http://schemas.microsoft.com/office/drawing/2014/main" val="2710185412"/>
                  </a:ext>
                </a:extLst>
              </a:tr>
              <a:tr h="433029">
                <a:tc rowSpan="3">
                  <a:txBody>
                    <a:bodyPr/>
                    <a:lstStyle/>
                    <a:p>
                      <a:pPr algn="ctr">
                        <a:spcAft>
                          <a:spcPts val="0"/>
                        </a:spcAft>
                      </a:pPr>
                      <a:r>
                        <a:rPr lang="en-US" sz="2400">
                          <a:effectLst/>
                        </a:rPr>
                        <a:t>Tesla</a:t>
                      </a:r>
                      <a:endParaRPr lang="en-US" sz="2700">
                        <a:effectLst/>
                      </a:endParaRPr>
                    </a:p>
                  </a:txBody>
                  <a:tcPr marL="101369" marR="101369" marT="0" marB="0"/>
                </a:tc>
                <a:tc>
                  <a:txBody>
                    <a:bodyPr/>
                    <a:lstStyle/>
                    <a:p>
                      <a:pPr algn="ctr">
                        <a:spcAft>
                          <a:spcPts val="0"/>
                        </a:spcAft>
                      </a:pPr>
                      <a:r>
                        <a:rPr lang="en-US" sz="2400" b="1">
                          <a:effectLst/>
                        </a:rPr>
                        <a:t>MAE</a:t>
                      </a:r>
                      <a:endParaRPr lang="en-US" sz="2700" b="1">
                        <a:effectLst/>
                      </a:endParaRPr>
                    </a:p>
                  </a:txBody>
                  <a:tcPr marL="101369" marR="101369" marT="0" marB="0"/>
                </a:tc>
                <a:tc>
                  <a:txBody>
                    <a:bodyPr/>
                    <a:lstStyle/>
                    <a:p>
                      <a:pPr algn="ctr">
                        <a:spcAft>
                          <a:spcPts val="0"/>
                        </a:spcAft>
                      </a:pPr>
                      <a:r>
                        <a:rPr lang="en-US" sz="2400">
                          <a:effectLst/>
                        </a:rPr>
                        <a:t>2.2521</a:t>
                      </a:r>
                      <a:endParaRPr lang="en-US" sz="2700">
                        <a:effectLst/>
                      </a:endParaRPr>
                    </a:p>
                  </a:txBody>
                  <a:tcPr marL="101369" marR="101369" marT="0" marB="0"/>
                </a:tc>
                <a:extLst>
                  <a:ext uri="{0D108BD9-81ED-4DB2-BD59-A6C34878D82A}">
                    <a16:rowId xmlns:a16="http://schemas.microsoft.com/office/drawing/2014/main" val="3602820428"/>
                  </a:ext>
                </a:extLst>
              </a:tr>
              <a:tr h="358588">
                <a:tc vMerge="1">
                  <a:txBody>
                    <a:bodyPr/>
                    <a:lstStyle/>
                    <a:p>
                      <a:endParaRPr lang="en-US"/>
                    </a:p>
                  </a:txBody>
                  <a:tcPr/>
                </a:tc>
                <a:tc>
                  <a:txBody>
                    <a:bodyPr/>
                    <a:lstStyle/>
                    <a:p>
                      <a:pPr algn="ctr">
                        <a:spcAft>
                          <a:spcPts val="0"/>
                        </a:spcAft>
                      </a:pPr>
                      <a:r>
                        <a:rPr lang="en-US" sz="2400" b="1">
                          <a:effectLst/>
                        </a:rPr>
                        <a:t>MSE</a:t>
                      </a:r>
                      <a:endParaRPr lang="en-US" sz="2700" b="1">
                        <a:effectLst/>
                      </a:endParaRPr>
                    </a:p>
                  </a:txBody>
                  <a:tcPr marL="101369" marR="101369" marT="0" marB="0"/>
                </a:tc>
                <a:tc>
                  <a:txBody>
                    <a:bodyPr/>
                    <a:lstStyle/>
                    <a:p>
                      <a:pPr algn="ctr">
                        <a:spcAft>
                          <a:spcPts val="0"/>
                        </a:spcAft>
                      </a:pPr>
                      <a:r>
                        <a:rPr lang="en-US" sz="2400">
                          <a:effectLst/>
                        </a:rPr>
                        <a:t>31.3196</a:t>
                      </a:r>
                      <a:endParaRPr lang="en-US" sz="2700">
                        <a:effectLst/>
                      </a:endParaRPr>
                    </a:p>
                  </a:txBody>
                  <a:tcPr marL="101369" marR="101369" marT="0" marB="0"/>
                </a:tc>
                <a:extLst>
                  <a:ext uri="{0D108BD9-81ED-4DB2-BD59-A6C34878D82A}">
                    <a16:rowId xmlns:a16="http://schemas.microsoft.com/office/drawing/2014/main" val="1576338808"/>
                  </a:ext>
                </a:extLst>
              </a:tr>
              <a:tr h="433029">
                <a:tc vMerge="1">
                  <a:txBody>
                    <a:bodyPr/>
                    <a:lstStyle/>
                    <a:p>
                      <a:endParaRPr lang="en-US"/>
                    </a:p>
                  </a:txBody>
                  <a:tcPr/>
                </a:tc>
                <a:tc>
                  <a:txBody>
                    <a:bodyPr/>
                    <a:lstStyle/>
                    <a:p>
                      <a:pPr algn="ctr">
                        <a:spcAft>
                          <a:spcPts val="0"/>
                        </a:spcAft>
                      </a:pPr>
                      <a:r>
                        <a:rPr lang="en-US" sz="2400" b="1">
                          <a:effectLst/>
                        </a:rPr>
                        <a:t>RMSE</a:t>
                      </a:r>
                      <a:endParaRPr lang="en-US" sz="2700" b="1">
                        <a:effectLst/>
                      </a:endParaRPr>
                    </a:p>
                  </a:txBody>
                  <a:tcPr marL="101369" marR="101369" marT="0" marB="0"/>
                </a:tc>
                <a:tc>
                  <a:txBody>
                    <a:bodyPr/>
                    <a:lstStyle/>
                    <a:p>
                      <a:pPr algn="ctr">
                        <a:spcAft>
                          <a:spcPts val="0"/>
                        </a:spcAft>
                      </a:pPr>
                      <a:r>
                        <a:rPr lang="en-US" sz="2400">
                          <a:effectLst/>
                        </a:rPr>
                        <a:t>5.5964</a:t>
                      </a:r>
                      <a:endParaRPr lang="en-US" sz="2700">
                        <a:effectLst/>
                      </a:endParaRPr>
                    </a:p>
                  </a:txBody>
                  <a:tcPr marL="101369" marR="101369" marT="0" marB="0"/>
                </a:tc>
                <a:extLst>
                  <a:ext uri="{0D108BD9-81ED-4DB2-BD59-A6C34878D82A}">
                    <a16:rowId xmlns:a16="http://schemas.microsoft.com/office/drawing/2014/main" val="3422359537"/>
                  </a:ext>
                </a:extLst>
              </a:tr>
            </a:tbl>
          </a:graphicData>
        </a:graphic>
      </p:graphicFrame>
      <p:sp>
        <p:nvSpPr>
          <p:cNvPr id="8" name="TextBox 7">
            <a:extLst>
              <a:ext uri="{FF2B5EF4-FFF2-40B4-BE49-F238E27FC236}">
                <a16:creationId xmlns:a16="http://schemas.microsoft.com/office/drawing/2014/main" id="{EE55ECF3-1152-A7A1-6F03-D36B24E374B1}"/>
              </a:ext>
            </a:extLst>
          </p:cNvPr>
          <p:cNvSpPr txBox="1"/>
          <p:nvPr/>
        </p:nvSpPr>
        <p:spPr>
          <a:xfrm>
            <a:off x="312761" y="831103"/>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a:latin typeface="Arial"/>
                <a:ea typeface="+mj-ea"/>
                <a:cs typeface="Arial"/>
              </a:rPr>
              <a:t>Random Forest</a:t>
            </a:r>
            <a:endParaRPr lang="en-US" sz="3600" b="1" i="0" kern="1200">
              <a:latin typeface="Arial" panose="020B0604020202020204" pitchFamily="34" charset="0"/>
              <a:ea typeface="+mj-ea"/>
              <a:cs typeface="Arial"/>
            </a:endParaRPr>
          </a:p>
        </p:txBody>
      </p:sp>
    </p:spTree>
    <p:extLst>
      <p:ext uri="{BB962C8B-B14F-4D97-AF65-F5344CB8AC3E}">
        <p14:creationId xmlns:p14="http://schemas.microsoft.com/office/powerpoint/2010/main" val="3258175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B4E73-60E4-C4A4-8EDD-7287223DB1F6}"/>
              </a:ext>
            </a:extLst>
          </p:cNvPr>
          <p:cNvSpPr txBox="1"/>
          <p:nvPr/>
        </p:nvSpPr>
        <p:spPr>
          <a:xfrm>
            <a:off x="509587" y="554706"/>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i="0" kern="1200">
                <a:solidFill>
                  <a:schemeClr val="tx2"/>
                </a:solidFill>
                <a:latin typeface="Arial" panose="020B0604020202020204" pitchFamily="34" charset="0"/>
                <a:ea typeface="+mj-ea"/>
                <a:cs typeface="+mj-cs"/>
              </a:rPr>
              <a:t>Risk Estimation – Residual Analysis</a:t>
            </a:r>
          </a:p>
        </p:txBody>
      </p:sp>
      <p:sp>
        <p:nvSpPr>
          <p:cNvPr id="10" name="Slide Number Placeholder 5">
            <a:extLst>
              <a:ext uri="{FF2B5EF4-FFF2-40B4-BE49-F238E27FC236}">
                <a16:creationId xmlns:a16="http://schemas.microsoft.com/office/drawing/2014/main" id="{B63EB724-A86D-6E9B-6BE5-CD4855BF7A07}"/>
              </a:ext>
            </a:extLst>
          </p:cNvPr>
          <p:cNvSpPr>
            <a:spLocks noGrp="1"/>
          </p:cNvSpPr>
          <p:nvPr>
            <p:ph type="sldNum" sz="quarter" idx="12"/>
          </p:nvPr>
        </p:nvSpPr>
        <p:spPr>
          <a:xfrm>
            <a:off x="4724400" y="6356350"/>
            <a:ext cx="2743200" cy="365125"/>
          </a:xfrm>
        </p:spPr>
        <p:txBody>
          <a:bodyPr/>
          <a:lstStyle/>
          <a:p>
            <a:pPr>
              <a:spcAft>
                <a:spcPts val="600"/>
              </a:spcAft>
            </a:pPr>
            <a:fld id="{FB12CDF8-32CE-4E9C-B71D-397F5A61EE24}" type="slidenum">
              <a:rPr lang="en-US" smtClean="0"/>
              <a:pPr>
                <a:spcAft>
                  <a:spcPts val="600"/>
                </a:spcAft>
              </a:pPr>
              <a:t>21</a:t>
            </a:fld>
            <a:endParaRPr lang="en-US"/>
          </a:p>
        </p:txBody>
      </p:sp>
      <p:pic>
        <p:nvPicPr>
          <p:cNvPr id="4" name="图片 3">
            <a:extLst>
              <a:ext uri="{FF2B5EF4-FFF2-40B4-BE49-F238E27FC236}">
                <a16:creationId xmlns:a16="http://schemas.microsoft.com/office/drawing/2014/main" id="{B69A5A1A-B75D-3541-A15C-77533AB60965}"/>
              </a:ext>
            </a:extLst>
          </p:cNvPr>
          <p:cNvPicPr>
            <a:picLocks noChangeAspect="1"/>
          </p:cNvPicPr>
          <p:nvPr/>
        </p:nvPicPr>
        <p:blipFill>
          <a:blip r:embed="rId2"/>
          <a:stretch>
            <a:fillRect/>
          </a:stretch>
        </p:blipFill>
        <p:spPr>
          <a:xfrm>
            <a:off x="0" y="3114379"/>
            <a:ext cx="5700713" cy="2217721"/>
          </a:xfrm>
          <a:prstGeom prst="rect">
            <a:avLst/>
          </a:prstGeom>
        </p:spPr>
      </p:pic>
      <p:sp>
        <p:nvSpPr>
          <p:cNvPr id="7" name="文本框 6">
            <a:extLst>
              <a:ext uri="{FF2B5EF4-FFF2-40B4-BE49-F238E27FC236}">
                <a16:creationId xmlns:a16="http://schemas.microsoft.com/office/drawing/2014/main" id="{DF01BB7E-4D30-7B49-9006-0C06A96E689A}"/>
              </a:ext>
            </a:extLst>
          </p:cNvPr>
          <p:cNvSpPr txBox="1"/>
          <p:nvPr/>
        </p:nvSpPr>
        <p:spPr>
          <a:xfrm>
            <a:off x="509587" y="1525900"/>
            <a:ext cx="9234488" cy="111588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kumimoji="1" lang="en-US" altLang="zh-CN">
                <a:latin typeface="Times New Roman" panose="02020603050405020304" pitchFamily="18" charset="0"/>
                <a:cs typeface="Times New Roman" panose="02020603050405020304" pitchFamily="18" charset="0"/>
              </a:rPr>
              <a:t>For example, we want to invest on </a:t>
            </a:r>
            <a:r>
              <a:rPr kumimoji="1" lang="en-US" altLang="zh-CN">
                <a:solidFill>
                  <a:srgbClr val="FF0000"/>
                </a:solidFill>
                <a:latin typeface="Times New Roman" panose="02020603050405020304" pitchFamily="18" charset="0"/>
                <a:cs typeface="Times New Roman" panose="02020603050405020304" pitchFamily="18" charset="0"/>
              </a:rPr>
              <a:t>JPM and GOOG </a:t>
            </a:r>
            <a:r>
              <a:rPr kumimoji="1" lang="en-US" altLang="zh-CN">
                <a:solidFill>
                  <a:schemeClr val="bg1">
                    <a:lumMod val="10000"/>
                  </a:schemeClr>
                </a:solidFill>
                <a:latin typeface="Times New Roman" panose="02020603050405020304" pitchFamily="18" charset="0"/>
                <a:cs typeface="Times New Roman" panose="02020603050405020304" pitchFamily="18" charset="0"/>
              </a:rPr>
              <a:t>stocks for</a:t>
            </a:r>
            <a:r>
              <a:rPr kumimoji="1" lang="en-US" altLang="zh-CN">
                <a:latin typeface="Times New Roman" panose="02020603050405020304" pitchFamily="18" charset="0"/>
                <a:cs typeface="Times New Roman" panose="02020603050405020304" pitchFamily="18" charset="0"/>
              </a:rPr>
              <a:t> our portfolio.</a:t>
            </a:r>
          </a:p>
          <a:p>
            <a:pPr marL="285750" indent="-285750">
              <a:lnSpc>
                <a:spcPct val="200000"/>
              </a:lnSpc>
              <a:buFont typeface="Arial" panose="020B0604020202020204" pitchFamily="34" charset="0"/>
              <a:buChar char="•"/>
            </a:pPr>
            <a:r>
              <a:rPr kumimoji="1" lang="en-US" altLang="zh-CN">
                <a:latin typeface="Times New Roman" panose="02020603050405020304" pitchFamily="18" charset="0"/>
                <a:cs typeface="Times New Roman" panose="02020603050405020304" pitchFamily="18" charset="0"/>
              </a:rPr>
              <a:t>Residuals from fitted models </a:t>
            </a:r>
            <a:r>
              <a:rPr kumimoji="1" lang="en-US" altLang="zh-CN">
                <a:solidFill>
                  <a:srgbClr val="FF0000"/>
                </a:solidFill>
                <a:latin typeface="Times New Roman" panose="02020603050405020304" pitchFamily="18" charset="0"/>
                <a:cs typeface="Times New Roman" panose="02020603050405020304" pitchFamily="18" charset="0"/>
              </a:rPr>
              <a:t>show no autocorrelation and follows a normal distribution.</a:t>
            </a:r>
          </a:p>
        </p:txBody>
      </p:sp>
      <p:pic>
        <p:nvPicPr>
          <p:cNvPr id="5" name="图片 4">
            <a:extLst>
              <a:ext uri="{FF2B5EF4-FFF2-40B4-BE49-F238E27FC236}">
                <a16:creationId xmlns:a16="http://schemas.microsoft.com/office/drawing/2014/main" id="{5C0625D7-B393-EE47-ABF6-B57836631237}"/>
              </a:ext>
            </a:extLst>
          </p:cNvPr>
          <p:cNvPicPr>
            <a:picLocks noChangeAspect="1"/>
          </p:cNvPicPr>
          <p:nvPr/>
        </p:nvPicPr>
        <p:blipFill>
          <a:blip r:embed="rId3"/>
          <a:stretch>
            <a:fillRect/>
          </a:stretch>
        </p:blipFill>
        <p:spPr>
          <a:xfrm>
            <a:off x="6003584" y="3114379"/>
            <a:ext cx="6162967" cy="2217721"/>
          </a:xfrm>
          <a:prstGeom prst="rect">
            <a:avLst/>
          </a:prstGeom>
        </p:spPr>
      </p:pic>
      <p:sp>
        <p:nvSpPr>
          <p:cNvPr id="9" name="文本框 8">
            <a:extLst>
              <a:ext uri="{FF2B5EF4-FFF2-40B4-BE49-F238E27FC236}">
                <a16:creationId xmlns:a16="http://schemas.microsoft.com/office/drawing/2014/main" id="{3CC6D6EA-55F2-024B-B619-C119B8C8D075}"/>
              </a:ext>
            </a:extLst>
          </p:cNvPr>
          <p:cNvSpPr txBox="1"/>
          <p:nvPr/>
        </p:nvSpPr>
        <p:spPr>
          <a:xfrm>
            <a:off x="2124074" y="5457572"/>
            <a:ext cx="1452563" cy="509755"/>
          </a:xfrm>
          <a:prstGeom prst="rect">
            <a:avLst/>
          </a:prstGeom>
          <a:noFill/>
        </p:spPr>
        <p:txBody>
          <a:bodyPr wrap="square" rtlCol="0">
            <a:spAutoFit/>
          </a:bodyPr>
          <a:lstStyle/>
          <a:p>
            <a:pPr>
              <a:lnSpc>
                <a:spcPct val="200000"/>
              </a:lnSpc>
            </a:pPr>
            <a:r>
              <a:rPr kumimoji="1" lang="en-US" altLang="zh-CN" sz="1600" b="1">
                <a:cs typeface="Times New Roman" panose="02020603050405020304" pitchFamily="18" charset="0"/>
              </a:rPr>
              <a:t>JPM (Chase)</a:t>
            </a:r>
          </a:p>
        </p:txBody>
      </p:sp>
      <p:sp>
        <p:nvSpPr>
          <p:cNvPr id="11" name="文本框 10">
            <a:extLst>
              <a:ext uri="{FF2B5EF4-FFF2-40B4-BE49-F238E27FC236}">
                <a16:creationId xmlns:a16="http://schemas.microsoft.com/office/drawing/2014/main" id="{A0D59AC1-F6F4-9141-9D6B-45F8167FD4FC}"/>
              </a:ext>
            </a:extLst>
          </p:cNvPr>
          <p:cNvSpPr txBox="1"/>
          <p:nvPr/>
        </p:nvSpPr>
        <p:spPr>
          <a:xfrm>
            <a:off x="9061847" y="5457572"/>
            <a:ext cx="2012157" cy="509755"/>
          </a:xfrm>
          <a:prstGeom prst="rect">
            <a:avLst/>
          </a:prstGeom>
          <a:noFill/>
        </p:spPr>
        <p:txBody>
          <a:bodyPr wrap="square" rtlCol="0">
            <a:spAutoFit/>
          </a:bodyPr>
          <a:lstStyle/>
          <a:p>
            <a:pPr>
              <a:lnSpc>
                <a:spcPct val="200000"/>
              </a:lnSpc>
            </a:pPr>
            <a:r>
              <a:rPr kumimoji="1" lang="en-US" altLang="zh-CN" sz="1600" b="1">
                <a:cs typeface="Times New Roman" panose="02020603050405020304" pitchFamily="18" charset="0"/>
              </a:rPr>
              <a:t>GOOG (Google)</a:t>
            </a:r>
          </a:p>
        </p:txBody>
      </p:sp>
    </p:spTree>
    <p:extLst>
      <p:ext uri="{BB962C8B-B14F-4D97-AF65-F5344CB8AC3E}">
        <p14:creationId xmlns:p14="http://schemas.microsoft.com/office/powerpoint/2010/main" val="4149133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B4E73-60E4-C4A4-8EDD-7287223DB1F6}"/>
              </a:ext>
            </a:extLst>
          </p:cNvPr>
          <p:cNvSpPr txBox="1"/>
          <p:nvPr/>
        </p:nvSpPr>
        <p:spPr>
          <a:xfrm>
            <a:off x="509587" y="554706"/>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i="0" kern="1200">
                <a:solidFill>
                  <a:schemeClr val="tx2"/>
                </a:solidFill>
                <a:latin typeface="Arial" panose="020B0604020202020204" pitchFamily="34" charset="0"/>
                <a:ea typeface="+mj-ea"/>
                <a:cs typeface="+mj-cs"/>
              </a:rPr>
              <a:t>Risk Estimation – Residual Analysis</a:t>
            </a:r>
          </a:p>
        </p:txBody>
      </p:sp>
      <p:sp>
        <p:nvSpPr>
          <p:cNvPr id="10" name="Slide Number Placeholder 5">
            <a:extLst>
              <a:ext uri="{FF2B5EF4-FFF2-40B4-BE49-F238E27FC236}">
                <a16:creationId xmlns:a16="http://schemas.microsoft.com/office/drawing/2014/main" id="{B63EB724-A86D-6E9B-6BE5-CD4855BF7A07}"/>
              </a:ext>
            </a:extLst>
          </p:cNvPr>
          <p:cNvSpPr>
            <a:spLocks noGrp="1"/>
          </p:cNvSpPr>
          <p:nvPr>
            <p:ph type="sldNum" sz="quarter" idx="12"/>
          </p:nvPr>
        </p:nvSpPr>
        <p:spPr>
          <a:xfrm>
            <a:off x="4724400" y="6356350"/>
            <a:ext cx="2743200" cy="365125"/>
          </a:xfrm>
        </p:spPr>
        <p:txBody>
          <a:bodyPr/>
          <a:lstStyle/>
          <a:p>
            <a:pPr>
              <a:spcAft>
                <a:spcPts val="600"/>
              </a:spcAft>
            </a:pPr>
            <a:fld id="{FB12CDF8-32CE-4E9C-B71D-397F5A61EE24}" type="slidenum">
              <a:rPr lang="en-US" smtClean="0"/>
              <a:pPr>
                <a:spcAft>
                  <a:spcPts val="600"/>
                </a:spcAft>
              </a:pPr>
              <a:t>22</a:t>
            </a:fld>
            <a:endParaRPr lang="en-US"/>
          </a:p>
        </p:txBody>
      </p:sp>
      <p:sp>
        <p:nvSpPr>
          <p:cNvPr id="7" name="文本框 6">
            <a:extLst>
              <a:ext uri="{FF2B5EF4-FFF2-40B4-BE49-F238E27FC236}">
                <a16:creationId xmlns:a16="http://schemas.microsoft.com/office/drawing/2014/main" id="{DF01BB7E-4D30-7B49-9006-0C06A96E689A}"/>
              </a:ext>
            </a:extLst>
          </p:cNvPr>
          <p:cNvSpPr txBox="1"/>
          <p:nvPr/>
        </p:nvSpPr>
        <p:spPr>
          <a:xfrm>
            <a:off x="509586" y="1563876"/>
            <a:ext cx="10857243" cy="1669944"/>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kumimoji="1" lang="en-US" altLang="zh-CN">
                <a:latin typeface="Times New Roman" panose="02020603050405020304" pitchFamily="18" charset="0"/>
                <a:cs typeface="Times New Roman" panose="02020603050405020304" pitchFamily="18" charset="0"/>
              </a:rPr>
              <a:t>Except Q-Q plot, we implement </a:t>
            </a:r>
            <a:r>
              <a:rPr lang="en-US" altLang="zh-CN">
                <a:solidFill>
                  <a:srgbClr val="FF0000"/>
                </a:solidFill>
                <a:latin typeface="Times New Roman" panose="02020603050405020304" pitchFamily="18" charset="0"/>
                <a:ea typeface="+mj-ea"/>
                <a:cs typeface="Times New Roman" panose="02020603050405020304" pitchFamily="18" charset="0"/>
              </a:rPr>
              <a:t>Box-</a:t>
            </a:r>
            <a:r>
              <a:rPr lang="en-US" altLang="zh-CN" err="1">
                <a:solidFill>
                  <a:srgbClr val="FF0000"/>
                </a:solidFill>
                <a:latin typeface="Times New Roman" panose="02020603050405020304" pitchFamily="18" charset="0"/>
                <a:ea typeface="+mj-ea"/>
                <a:cs typeface="Times New Roman" panose="02020603050405020304" pitchFamily="18" charset="0"/>
              </a:rPr>
              <a:t>Ljung</a:t>
            </a:r>
            <a:r>
              <a:rPr lang="en-US" altLang="zh-CN" sz="1800">
                <a:solidFill>
                  <a:srgbClr val="FF0000"/>
                </a:solidFill>
                <a:latin typeface="Times New Roman" panose="02020603050405020304" pitchFamily="18" charset="0"/>
                <a:ea typeface="+mj-ea"/>
                <a:cs typeface="Times New Roman" panose="02020603050405020304" pitchFamily="18" charset="0"/>
              </a:rPr>
              <a:t> test </a:t>
            </a:r>
            <a:r>
              <a:rPr lang="en-US" altLang="zh-CN" sz="1800">
                <a:solidFill>
                  <a:schemeClr val="bg1">
                    <a:lumMod val="10000"/>
                  </a:schemeClr>
                </a:solidFill>
                <a:latin typeface="Times New Roman" panose="02020603050405020304" pitchFamily="18" charset="0"/>
                <a:ea typeface="+mj-ea"/>
                <a:cs typeface="Times New Roman" panose="02020603050405020304" pitchFamily="18" charset="0"/>
              </a:rPr>
              <a:t>to check normality.</a:t>
            </a:r>
            <a:endParaRPr kumimoji="1" lang="en-US" altLang="zh-CN">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kumimoji="1" lang="en-US" altLang="zh-CN">
                <a:latin typeface="Times New Roman" panose="02020603050405020304" pitchFamily="18" charset="0"/>
                <a:cs typeface="Times New Roman" panose="02020603050405020304" pitchFamily="18" charset="0"/>
              </a:rPr>
              <a:t>Also, we want to test </a:t>
            </a:r>
            <a:r>
              <a:rPr kumimoji="1" lang="en-US" altLang="zh-CN">
                <a:solidFill>
                  <a:schemeClr val="bg1">
                    <a:lumMod val="10000"/>
                  </a:schemeClr>
                </a:solidFill>
                <a:latin typeface="Times New Roman" panose="02020603050405020304" pitchFamily="18" charset="0"/>
                <a:ea typeface="+mj-ea"/>
                <a:cs typeface="Times New Roman" panose="02020603050405020304" pitchFamily="18" charset="0"/>
              </a:rPr>
              <a:t>h</a:t>
            </a:r>
            <a:r>
              <a:rPr lang="en-US" altLang="zh-CN" sz="1800">
                <a:effectLst/>
                <a:latin typeface="Times New Roman" panose="02020603050405020304" pitchFamily="18" charset="0"/>
                <a:ea typeface="+mj-ea"/>
                <a:cs typeface="Times New Roman" panose="02020603050405020304" pitchFamily="18" charset="0"/>
              </a:rPr>
              <a:t>eteroscedasticity by </a:t>
            </a:r>
            <a:r>
              <a:rPr lang="en-US" altLang="zh-CN" sz="1800">
                <a:solidFill>
                  <a:srgbClr val="FF0000"/>
                </a:solidFill>
                <a:effectLst/>
                <a:latin typeface="Times New Roman" panose="02020603050405020304" pitchFamily="18" charset="0"/>
                <a:ea typeface="+mj-ea"/>
                <a:cs typeface="Times New Roman" panose="02020603050405020304" pitchFamily="18" charset="0"/>
              </a:rPr>
              <a:t>Breusch-Pagan test</a:t>
            </a:r>
            <a:r>
              <a:rPr lang="en-US" altLang="zh-CN" sz="1800">
                <a:effectLst/>
                <a:latin typeface="Times New Roman" panose="02020603050405020304" pitchFamily="18" charset="0"/>
                <a:ea typeface="+mj-ea"/>
                <a:cs typeface="Times New Roman" panose="02020603050405020304" pitchFamily="18" charset="0"/>
              </a:rPr>
              <a:t>.</a:t>
            </a:r>
          </a:p>
          <a:p>
            <a:pPr marL="285750" indent="-285750">
              <a:lnSpc>
                <a:spcPct val="200000"/>
              </a:lnSpc>
              <a:buFont typeface="Arial" panose="020B0604020202020204" pitchFamily="34" charset="0"/>
              <a:buChar char="•"/>
            </a:pPr>
            <a:r>
              <a:rPr kumimoji="1" lang="en-US" altLang="zh-CN">
                <a:latin typeface="Times New Roman" panose="02020603050405020304" pitchFamily="18" charset="0"/>
                <a:ea typeface="+mj-ea"/>
                <a:cs typeface="Times New Roman" panose="02020603050405020304" pitchFamily="18" charset="0"/>
              </a:rPr>
              <a:t>Reject both null hypothesis, </a:t>
            </a:r>
            <a:r>
              <a:rPr kumimoji="1" lang="en-US" altLang="zh-CN">
                <a:solidFill>
                  <a:srgbClr val="FF0000"/>
                </a:solidFill>
                <a:latin typeface="Times New Roman" panose="02020603050405020304" pitchFamily="18" charset="0"/>
                <a:ea typeface="+mj-ea"/>
                <a:cs typeface="Times New Roman" panose="02020603050405020304" pitchFamily="18" charset="0"/>
              </a:rPr>
              <a:t>model good enough to catch autocorrelation and the h</a:t>
            </a:r>
            <a:r>
              <a:rPr lang="en-US" altLang="zh-CN" sz="1800">
                <a:solidFill>
                  <a:srgbClr val="FF0000"/>
                </a:solidFill>
                <a:effectLst/>
                <a:latin typeface="Times New Roman" panose="02020603050405020304" pitchFamily="18" charset="0"/>
                <a:ea typeface="+mj-ea"/>
                <a:cs typeface="Times New Roman" panose="02020603050405020304" pitchFamily="18" charset="0"/>
              </a:rPr>
              <a:t>eteroscedasticity</a:t>
            </a:r>
            <a:r>
              <a:rPr lang="en-US" altLang="zh-CN" sz="1800">
                <a:effectLst/>
                <a:latin typeface="Times New Roman" panose="02020603050405020304" pitchFamily="18" charset="0"/>
                <a:ea typeface="+mj-ea"/>
                <a:cs typeface="Times New Roman" panose="02020603050405020304" pitchFamily="18" charset="0"/>
              </a:rPr>
              <a:t>.</a:t>
            </a:r>
            <a:endParaRPr kumimoji="1" lang="en-US" altLang="zh-CN">
              <a:latin typeface="Times New Roman" panose="02020603050405020304" pitchFamily="18" charset="0"/>
              <a:cs typeface="Times New Roman" panose="02020603050405020304" pitchFamily="18" charset="0"/>
            </a:endParaRPr>
          </a:p>
        </p:txBody>
      </p:sp>
      <p:pic>
        <p:nvPicPr>
          <p:cNvPr id="12" name="图片 11">
            <a:extLst>
              <a:ext uri="{FF2B5EF4-FFF2-40B4-BE49-F238E27FC236}">
                <a16:creationId xmlns:a16="http://schemas.microsoft.com/office/drawing/2014/main" id="{F019081C-B38A-1D4E-AE9B-2E901D2435B6}"/>
              </a:ext>
            </a:extLst>
          </p:cNvPr>
          <p:cNvPicPr>
            <a:picLocks noChangeAspect="1"/>
          </p:cNvPicPr>
          <p:nvPr/>
        </p:nvPicPr>
        <p:blipFill>
          <a:blip r:embed="rId3"/>
          <a:stretch>
            <a:fillRect/>
          </a:stretch>
        </p:blipFill>
        <p:spPr>
          <a:xfrm>
            <a:off x="509586" y="4075518"/>
            <a:ext cx="5290915" cy="1439129"/>
          </a:xfrm>
          <a:prstGeom prst="rect">
            <a:avLst/>
          </a:prstGeom>
        </p:spPr>
      </p:pic>
      <p:pic>
        <p:nvPicPr>
          <p:cNvPr id="13" name="图片 12">
            <a:extLst>
              <a:ext uri="{FF2B5EF4-FFF2-40B4-BE49-F238E27FC236}">
                <a16:creationId xmlns:a16="http://schemas.microsoft.com/office/drawing/2014/main" id="{65C89279-A3DD-C047-8AB8-3BCE9A964230}"/>
              </a:ext>
            </a:extLst>
          </p:cNvPr>
          <p:cNvPicPr>
            <a:picLocks noChangeAspect="1"/>
          </p:cNvPicPr>
          <p:nvPr/>
        </p:nvPicPr>
        <p:blipFill>
          <a:blip r:embed="rId4"/>
          <a:stretch>
            <a:fillRect/>
          </a:stretch>
        </p:blipFill>
        <p:spPr>
          <a:xfrm>
            <a:off x="6224587" y="4091176"/>
            <a:ext cx="5302878" cy="1439129"/>
          </a:xfrm>
          <a:prstGeom prst="rect">
            <a:avLst/>
          </a:prstGeom>
        </p:spPr>
      </p:pic>
    </p:spTree>
    <p:extLst>
      <p:ext uri="{BB962C8B-B14F-4D97-AF65-F5344CB8AC3E}">
        <p14:creationId xmlns:p14="http://schemas.microsoft.com/office/powerpoint/2010/main" val="1094265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B4E73-60E4-C4A4-8EDD-7287223DB1F6}"/>
              </a:ext>
            </a:extLst>
          </p:cNvPr>
          <p:cNvSpPr txBox="1"/>
          <p:nvPr/>
        </p:nvSpPr>
        <p:spPr>
          <a:xfrm>
            <a:off x="381000" y="454416"/>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i="0" kern="1200">
                <a:solidFill>
                  <a:schemeClr val="tx2"/>
                </a:solidFill>
                <a:latin typeface="Arial" panose="020B0604020202020204" pitchFamily="34" charset="0"/>
                <a:ea typeface="+mj-ea"/>
                <a:cs typeface="+mj-cs"/>
              </a:rPr>
              <a:t>Risk Estimation – Xn</a:t>
            </a:r>
            <a:r>
              <a:rPr lang="en-US" sz="3600" b="1">
                <a:solidFill>
                  <a:schemeClr val="tx2"/>
                </a:solidFill>
                <a:latin typeface="Arial" panose="020B0604020202020204" pitchFamily="34" charset="0"/>
                <a:ea typeface="+mj-ea"/>
                <a:cs typeface="+mj-cs"/>
              </a:rPr>
              <a:t>+1</a:t>
            </a:r>
            <a:r>
              <a:rPr lang="zh-CN" altLang="en-US" sz="3600" b="1">
                <a:solidFill>
                  <a:schemeClr val="tx2"/>
                </a:solidFill>
                <a:latin typeface="Arial" panose="020B0604020202020204" pitchFamily="34" charset="0"/>
                <a:ea typeface="+mj-ea"/>
                <a:cs typeface="+mj-cs"/>
              </a:rPr>
              <a:t> </a:t>
            </a:r>
            <a:r>
              <a:rPr lang="en-US" altLang="zh-CN" sz="3600" b="1">
                <a:solidFill>
                  <a:schemeClr val="tx2"/>
                </a:solidFill>
                <a:latin typeface="Arial" panose="020B0604020202020204" pitchFamily="34" charset="0"/>
                <a:ea typeface="+mj-ea"/>
                <a:cs typeface="+mj-cs"/>
              </a:rPr>
              <a:t>&amp; Portfolio</a:t>
            </a:r>
            <a:r>
              <a:rPr lang="zh-CN" altLang="en-US" sz="3600" b="1">
                <a:solidFill>
                  <a:schemeClr val="tx2"/>
                </a:solidFill>
                <a:latin typeface="Arial" panose="020B0604020202020204" pitchFamily="34" charset="0"/>
                <a:ea typeface="+mj-ea"/>
                <a:cs typeface="+mj-cs"/>
              </a:rPr>
              <a:t>  </a:t>
            </a:r>
            <a:endParaRPr lang="en-US" sz="3600" b="1" i="0" kern="1200">
              <a:solidFill>
                <a:schemeClr val="tx2"/>
              </a:solidFill>
              <a:latin typeface="Arial" panose="020B0604020202020204" pitchFamily="34" charset="0"/>
              <a:ea typeface="+mj-ea"/>
              <a:cs typeface="+mj-cs"/>
            </a:endParaRPr>
          </a:p>
        </p:txBody>
      </p:sp>
      <p:sp>
        <p:nvSpPr>
          <p:cNvPr id="10" name="Slide Number Placeholder 5">
            <a:extLst>
              <a:ext uri="{FF2B5EF4-FFF2-40B4-BE49-F238E27FC236}">
                <a16:creationId xmlns:a16="http://schemas.microsoft.com/office/drawing/2014/main" id="{B63EB724-A86D-6E9B-6BE5-CD4855BF7A07}"/>
              </a:ext>
            </a:extLst>
          </p:cNvPr>
          <p:cNvSpPr>
            <a:spLocks noGrp="1"/>
          </p:cNvSpPr>
          <p:nvPr>
            <p:ph type="sldNum" sz="quarter" idx="12"/>
          </p:nvPr>
        </p:nvSpPr>
        <p:spPr>
          <a:xfrm>
            <a:off x="4724400" y="6356350"/>
            <a:ext cx="2743200" cy="365125"/>
          </a:xfrm>
        </p:spPr>
        <p:txBody>
          <a:bodyPr/>
          <a:lstStyle/>
          <a:p>
            <a:pPr>
              <a:spcAft>
                <a:spcPts val="600"/>
              </a:spcAft>
            </a:pPr>
            <a:fld id="{FB12CDF8-32CE-4E9C-B71D-397F5A61EE24}" type="slidenum">
              <a:rPr lang="en-US" smtClean="0"/>
              <a:pPr>
                <a:spcAft>
                  <a:spcPts val="600"/>
                </a:spcAft>
              </a:pPr>
              <a:t>23</a:t>
            </a:fld>
            <a:endParaRPr lang="en-US"/>
          </a:p>
        </p:txBody>
      </p:sp>
      <p:pic>
        <p:nvPicPr>
          <p:cNvPr id="4" name="图片 3">
            <a:extLst>
              <a:ext uri="{FF2B5EF4-FFF2-40B4-BE49-F238E27FC236}">
                <a16:creationId xmlns:a16="http://schemas.microsoft.com/office/drawing/2014/main" id="{BE536DE9-4B83-C740-A9A9-2FB47C69CDAE}"/>
              </a:ext>
            </a:extLst>
          </p:cNvPr>
          <p:cNvPicPr>
            <a:picLocks noChangeAspect="1"/>
          </p:cNvPicPr>
          <p:nvPr/>
        </p:nvPicPr>
        <p:blipFill>
          <a:blip r:embed="rId3"/>
          <a:stretch>
            <a:fillRect/>
          </a:stretch>
        </p:blipFill>
        <p:spPr>
          <a:xfrm>
            <a:off x="823485" y="3265394"/>
            <a:ext cx="4737466" cy="2728781"/>
          </a:xfrm>
          <a:prstGeom prst="rect">
            <a:avLst/>
          </a:prstGeom>
        </p:spPr>
      </p:pic>
      <p:sp>
        <p:nvSpPr>
          <p:cNvPr id="5" name="AutoShape 2">
            <a:extLst>
              <a:ext uri="{FF2B5EF4-FFF2-40B4-BE49-F238E27FC236}">
                <a16:creationId xmlns:a16="http://schemas.microsoft.com/office/drawing/2014/main" id="{AF67D766-5C20-3F4E-8E48-9ADA5624241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8" name="图片 7">
            <a:extLst>
              <a:ext uri="{FF2B5EF4-FFF2-40B4-BE49-F238E27FC236}">
                <a16:creationId xmlns:a16="http://schemas.microsoft.com/office/drawing/2014/main" id="{433B3A83-EE1B-D147-B7A5-5CAF42CA4D66}"/>
              </a:ext>
            </a:extLst>
          </p:cNvPr>
          <p:cNvPicPr>
            <a:picLocks noChangeAspect="1"/>
          </p:cNvPicPr>
          <p:nvPr/>
        </p:nvPicPr>
        <p:blipFill>
          <a:blip r:embed="rId4"/>
          <a:stretch>
            <a:fillRect/>
          </a:stretch>
        </p:blipFill>
        <p:spPr>
          <a:xfrm>
            <a:off x="6631049" y="3068634"/>
            <a:ext cx="3970276" cy="3080518"/>
          </a:xfrm>
          <a:prstGeom prst="rect">
            <a:avLst/>
          </a:prstGeom>
        </p:spPr>
      </p:pic>
      <p:sp>
        <p:nvSpPr>
          <p:cNvPr id="11" name="文本框 10">
            <a:extLst>
              <a:ext uri="{FF2B5EF4-FFF2-40B4-BE49-F238E27FC236}">
                <a16:creationId xmlns:a16="http://schemas.microsoft.com/office/drawing/2014/main" id="{FDA82F95-2E42-514E-9ED6-D659E743C259}"/>
              </a:ext>
            </a:extLst>
          </p:cNvPr>
          <p:cNvSpPr txBox="1"/>
          <p:nvPr/>
        </p:nvSpPr>
        <p:spPr>
          <a:xfrm>
            <a:off x="381000" y="1149860"/>
            <a:ext cx="10563226" cy="166988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kumimoji="1" lang="en-US" altLang="zh-CN">
                <a:latin typeface="Times New Roman" panose="02020603050405020304" pitchFamily="18" charset="0"/>
                <a:cs typeface="Times New Roman" panose="02020603050405020304" pitchFamily="18" charset="0"/>
              </a:rPr>
              <a:t>The calculated Xn+1 distribution is like normal distribution.</a:t>
            </a:r>
          </a:p>
          <a:p>
            <a:pPr marL="285750" indent="-285750">
              <a:lnSpc>
                <a:spcPct val="200000"/>
              </a:lnSpc>
              <a:buFont typeface="Arial" panose="020B0604020202020204" pitchFamily="34" charset="0"/>
              <a:buChar char="•"/>
            </a:pPr>
            <a:r>
              <a:rPr kumimoji="1" lang="en-US" altLang="zh-CN">
                <a:latin typeface="Times New Roman" panose="02020603050405020304" pitchFamily="18" charset="0"/>
                <a:cs typeface="Times New Roman" panose="02020603050405020304" pitchFamily="18" charset="0"/>
              </a:rPr>
              <a:t>The optimal portfolio with least risk </a:t>
            </a:r>
            <a:r>
              <a:rPr kumimoji="1" lang="en-US" altLang="zh-CN">
                <a:solidFill>
                  <a:srgbClr val="FF0000"/>
                </a:solidFill>
                <a:latin typeface="Times New Roman" panose="02020603050405020304" pitchFamily="18" charset="0"/>
                <a:cs typeface="Times New Roman" panose="02020603050405020304" pitchFamily="18" charset="0"/>
              </a:rPr>
              <a:t>includes 60% JPM stock and 40% GOOG stock</a:t>
            </a:r>
            <a:r>
              <a:rPr kumimoji="1" lang="en-US" altLang="zh-CN">
                <a:latin typeface="Times New Roman" panose="02020603050405020304" pitchFamily="18" charset="0"/>
                <a:cs typeface="Times New Roman" panose="02020603050405020304" pitchFamily="18" charset="0"/>
              </a:rPr>
              <a:t>.</a:t>
            </a:r>
          </a:p>
          <a:p>
            <a:pPr marL="285750" indent="-285750">
              <a:lnSpc>
                <a:spcPct val="200000"/>
              </a:lnSpc>
              <a:buFont typeface="Arial" panose="020B0604020202020204" pitchFamily="34" charset="0"/>
              <a:buChar char="•"/>
            </a:pPr>
            <a:r>
              <a:rPr kumimoji="1" lang="en-US" altLang="zh-CN">
                <a:latin typeface="Times New Roman" panose="02020603050405020304" pitchFamily="18" charset="0"/>
                <a:cs typeface="Times New Roman" panose="02020603050405020304" pitchFamily="18" charset="0"/>
              </a:rPr>
              <a:t>There is 99% confidence that the portfolio </a:t>
            </a:r>
            <a:r>
              <a:rPr kumimoji="1" lang="en-US" altLang="zh-CN">
                <a:solidFill>
                  <a:srgbClr val="FF0000"/>
                </a:solidFill>
                <a:latin typeface="Times New Roman" panose="02020603050405020304" pitchFamily="18" charset="0"/>
                <a:cs typeface="Times New Roman" panose="02020603050405020304" pitchFamily="18" charset="0"/>
              </a:rPr>
              <a:t>will not lose more than 10.8% of the investment over next month</a:t>
            </a:r>
            <a:r>
              <a:rPr kumimoji="1" lang="en-US" altLang="zh-CN">
                <a:latin typeface="Times New Roman" panose="02020603050405020304" pitchFamily="18" charset="0"/>
                <a:cs typeface="Times New Roman" panose="02020603050405020304" pitchFamily="18" charset="0"/>
              </a:rPr>
              <a:t>. </a:t>
            </a:r>
          </a:p>
        </p:txBody>
      </p:sp>
      <p:sp>
        <p:nvSpPr>
          <p:cNvPr id="12" name="文本框 11">
            <a:extLst>
              <a:ext uri="{FF2B5EF4-FFF2-40B4-BE49-F238E27FC236}">
                <a16:creationId xmlns:a16="http://schemas.microsoft.com/office/drawing/2014/main" id="{73DB3713-6B0A-0D4E-B673-B64B95D69A68}"/>
              </a:ext>
            </a:extLst>
          </p:cNvPr>
          <p:cNvSpPr txBox="1"/>
          <p:nvPr/>
        </p:nvSpPr>
        <p:spPr>
          <a:xfrm>
            <a:off x="2025341" y="5994175"/>
            <a:ext cx="1999640" cy="508344"/>
          </a:xfrm>
          <a:prstGeom prst="rect">
            <a:avLst/>
          </a:prstGeom>
          <a:noFill/>
        </p:spPr>
        <p:txBody>
          <a:bodyPr wrap="square" rtlCol="0">
            <a:spAutoFit/>
          </a:bodyPr>
          <a:lstStyle/>
          <a:p>
            <a:pPr>
              <a:lnSpc>
                <a:spcPct val="200000"/>
              </a:lnSpc>
            </a:pPr>
            <a:r>
              <a:rPr kumimoji="1" lang="en-US" altLang="zh-CN" sz="1600" b="1">
                <a:cs typeface="Times New Roman" panose="02020603050405020304" pitchFamily="18" charset="0"/>
              </a:rPr>
              <a:t>Xn+1 log return</a:t>
            </a:r>
          </a:p>
        </p:txBody>
      </p:sp>
      <p:sp>
        <p:nvSpPr>
          <p:cNvPr id="13" name="文本框 12">
            <a:extLst>
              <a:ext uri="{FF2B5EF4-FFF2-40B4-BE49-F238E27FC236}">
                <a16:creationId xmlns:a16="http://schemas.microsoft.com/office/drawing/2014/main" id="{AC323E7A-C207-5F41-BC48-EDA591A612CB}"/>
              </a:ext>
            </a:extLst>
          </p:cNvPr>
          <p:cNvSpPr txBox="1"/>
          <p:nvPr/>
        </p:nvSpPr>
        <p:spPr>
          <a:xfrm>
            <a:off x="8232898" y="6114867"/>
            <a:ext cx="1999640" cy="508344"/>
          </a:xfrm>
          <a:prstGeom prst="rect">
            <a:avLst/>
          </a:prstGeom>
          <a:noFill/>
        </p:spPr>
        <p:txBody>
          <a:bodyPr wrap="square" rtlCol="0">
            <a:spAutoFit/>
          </a:bodyPr>
          <a:lstStyle/>
          <a:p>
            <a:pPr>
              <a:lnSpc>
                <a:spcPct val="200000"/>
              </a:lnSpc>
            </a:pPr>
            <a:r>
              <a:rPr kumimoji="1" lang="en-US" altLang="zh-CN" sz="1600" b="1">
                <a:cs typeface="Times New Roman" panose="02020603050405020304" pitchFamily="18" charset="0"/>
              </a:rPr>
              <a:t>Portfolio </a:t>
            </a:r>
          </a:p>
        </p:txBody>
      </p:sp>
    </p:spTree>
    <p:extLst>
      <p:ext uri="{BB962C8B-B14F-4D97-AF65-F5344CB8AC3E}">
        <p14:creationId xmlns:p14="http://schemas.microsoft.com/office/powerpoint/2010/main" val="3013499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4F1D-4ECF-3539-ECD7-E9C9D2D8B8F8}"/>
              </a:ext>
            </a:extLst>
          </p:cNvPr>
          <p:cNvSpPr>
            <a:spLocks noGrp="1"/>
          </p:cNvSpPr>
          <p:nvPr>
            <p:ph type="title"/>
          </p:nvPr>
        </p:nvSpPr>
        <p:spPr>
          <a:xfrm>
            <a:off x="3628062" y="3059668"/>
            <a:ext cx="4935875" cy="738664"/>
          </a:xfrm>
        </p:spPr>
        <p:txBody>
          <a:bodyPr/>
          <a:lstStyle/>
          <a:p>
            <a:pPr lvl="0">
              <a:lnSpc>
                <a:spcPct val="100000"/>
              </a:lnSpc>
            </a:pPr>
            <a:r>
              <a:rPr lang="en-US" sz="4800"/>
              <a:t>Conclusions</a:t>
            </a:r>
          </a:p>
        </p:txBody>
      </p:sp>
      <p:sp>
        <p:nvSpPr>
          <p:cNvPr id="4" name="Slide Number Placeholder 3">
            <a:extLst>
              <a:ext uri="{FF2B5EF4-FFF2-40B4-BE49-F238E27FC236}">
                <a16:creationId xmlns:a16="http://schemas.microsoft.com/office/drawing/2014/main" id="{55B1D080-681E-0AED-E8CA-C6B46F9858BD}"/>
              </a:ext>
            </a:extLst>
          </p:cNvPr>
          <p:cNvSpPr>
            <a:spLocks noGrp="1"/>
          </p:cNvSpPr>
          <p:nvPr>
            <p:ph type="sldNum" sz="quarter" idx="12"/>
          </p:nvPr>
        </p:nvSpPr>
        <p:spPr/>
        <p:txBody>
          <a:bodyPr/>
          <a:lstStyle/>
          <a:p>
            <a:fld id="{FB12CDF8-32CE-4E9C-B71D-397F5A61EE24}" type="slidenum">
              <a:rPr lang="en-US" smtClean="0"/>
              <a:t>24</a:t>
            </a:fld>
            <a:endParaRPr lang="en-US"/>
          </a:p>
        </p:txBody>
      </p:sp>
      <p:sp>
        <p:nvSpPr>
          <p:cNvPr id="3" name="Footer Placeholder 2">
            <a:extLst>
              <a:ext uri="{FF2B5EF4-FFF2-40B4-BE49-F238E27FC236}">
                <a16:creationId xmlns:a16="http://schemas.microsoft.com/office/drawing/2014/main" id="{57940E86-DC9B-94B2-56F3-34E3CE3FC9EF}"/>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Tree>
    <p:extLst>
      <p:ext uri="{BB962C8B-B14F-4D97-AF65-F5344CB8AC3E}">
        <p14:creationId xmlns:p14="http://schemas.microsoft.com/office/powerpoint/2010/main" val="3417085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B4E73-60E4-C4A4-8EDD-7287223DB1F6}"/>
              </a:ext>
            </a:extLst>
          </p:cNvPr>
          <p:cNvSpPr txBox="1"/>
          <p:nvPr/>
        </p:nvSpPr>
        <p:spPr>
          <a:xfrm>
            <a:off x="381000" y="859536"/>
            <a:ext cx="11430000" cy="49859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600" b="1" i="0" kern="1200">
                <a:solidFill>
                  <a:schemeClr val="tx2"/>
                </a:solidFill>
                <a:latin typeface="Arial" panose="020B0604020202020204" pitchFamily="34" charset="0"/>
                <a:ea typeface="+mj-ea"/>
                <a:cs typeface="+mj-cs"/>
              </a:rPr>
              <a:t>Stock Price Forecasting</a:t>
            </a:r>
          </a:p>
        </p:txBody>
      </p:sp>
      <p:sp>
        <p:nvSpPr>
          <p:cNvPr id="5" name="TextBox 4">
            <a:extLst>
              <a:ext uri="{FF2B5EF4-FFF2-40B4-BE49-F238E27FC236}">
                <a16:creationId xmlns:a16="http://schemas.microsoft.com/office/drawing/2014/main" id="{36689061-0399-DC8F-9840-F5097A1EC7BF}"/>
              </a:ext>
            </a:extLst>
          </p:cNvPr>
          <p:cNvSpPr txBox="1"/>
          <p:nvPr/>
        </p:nvSpPr>
        <p:spPr>
          <a:xfrm>
            <a:off x="380999" y="1798730"/>
            <a:ext cx="5428129" cy="4144870"/>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spcBef>
                <a:spcPts val="1800"/>
              </a:spcBef>
            </a:pPr>
            <a:endParaRPr lang="en-US" sz="2000">
              <a:solidFill>
                <a:schemeClr val="accent2"/>
              </a:solidFill>
              <a:latin typeface="Arial"/>
              <a:cs typeface="Arial"/>
            </a:endParaRPr>
          </a:p>
          <a:p>
            <a:pPr>
              <a:spcBef>
                <a:spcPts val="1800"/>
              </a:spcBef>
            </a:pPr>
            <a:r>
              <a:rPr lang="en-US" sz="2400" b="1">
                <a:latin typeface="Times New Roman"/>
                <a:cs typeface="Arial"/>
              </a:rPr>
              <a:t>Based on RMSE,</a:t>
            </a:r>
          </a:p>
          <a:p>
            <a:pPr>
              <a:spcBef>
                <a:spcPts val="1800"/>
              </a:spcBef>
            </a:pPr>
            <a:r>
              <a:rPr lang="en-US" sz="2400" b="1">
                <a:latin typeface="Times New Roman"/>
                <a:cs typeface="Arial"/>
              </a:rPr>
              <a:t>ARIMA model outperforms in terms of prediction performance</a:t>
            </a:r>
          </a:p>
          <a:p>
            <a:pPr>
              <a:spcBef>
                <a:spcPts val="1800"/>
              </a:spcBef>
            </a:pPr>
            <a:endParaRPr lang="en-US" b="1">
              <a:solidFill>
                <a:srgbClr val="FF0000"/>
              </a:solidFill>
              <a:latin typeface="Times New Roman"/>
              <a:ea typeface="+mn-lt"/>
              <a:cs typeface="+mn-lt"/>
            </a:endParaRPr>
          </a:p>
          <a:p>
            <a:pPr>
              <a:spcBef>
                <a:spcPts val="1800"/>
              </a:spcBef>
            </a:pPr>
            <a:r>
              <a:rPr lang="en-US" b="1">
                <a:solidFill>
                  <a:srgbClr val="FF0000"/>
                </a:solidFill>
                <a:latin typeface="Times New Roman"/>
                <a:ea typeface="+mn-lt"/>
                <a:cs typeface="+mn-lt"/>
              </a:rPr>
              <a:t>Why? </a:t>
            </a:r>
            <a:r>
              <a:rPr lang="en-US">
                <a:latin typeface="Times New Roman"/>
                <a:ea typeface="+mn-lt"/>
                <a:cs typeface="+mn-lt"/>
              </a:rPr>
              <a:t>ARIMA models are </a:t>
            </a:r>
            <a:r>
              <a:rPr lang="en-US" b="1">
                <a:latin typeface="Times New Roman"/>
                <a:ea typeface="+mn-lt"/>
                <a:cs typeface="+mn-lt"/>
              </a:rPr>
              <a:t>designed specifically for time series data</a:t>
            </a:r>
            <a:r>
              <a:rPr lang="en-US">
                <a:latin typeface="Times New Roman"/>
                <a:ea typeface="+mn-lt"/>
                <a:cs typeface="+mn-lt"/>
              </a:rPr>
              <a:t>, on</a:t>
            </a:r>
            <a:r>
              <a:rPr lang="en-US">
                <a:latin typeface="Times New Roman"/>
                <a:cs typeface="Arial"/>
              </a:rPr>
              <a:t> the other hand, </a:t>
            </a:r>
            <a:r>
              <a:rPr lang="en-US">
                <a:latin typeface="Times New Roman"/>
                <a:ea typeface="+mn-lt"/>
                <a:cs typeface="+mn-lt"/>
              </a:rPr>
              <a:t>Random Forest models are a more general-purpose machine learning algorithm</a:t>
            </a:r>
            <a:endParaRPr lang="en-US">
              <a:latin typeface="Times New Roman"/>
              <a:cs typeface="Arial"/>
            </a:endParaRPr>
          </a:p>
        </p:txBody>
      </p:sp>
      <p:sp>
        <p:nvSpPr>
          <p:cNvPr id="10" name="Slide Number Placeholder 5">
            <a:extLst>
              <a:ext uri="{FF2B5EF4-FFF2-40B4-BE49-F238E27FC236}">
                <a16:creationId xmlns:a16="http://schemas.microsoft.com/office/drawing/2014/main" id="{B63EB724-A86D-6E9B-6BE5-CD4855BF7A07}"/>
              </a:ext>
            </a:extLst>
          </p:cNvPr>
          <p:cNvSpPr>
            <a:spLocks noGrp="1"/>
          </p:cNvSpPr>
          <p:nvPr>
            <p:ph type="sldNum" sz="quarter" idx="12"/>
          </p:nvPr>
        </p:nvSpPr>
        <p:spPr>
          <a:xfrm>
            <a:off x="4724400" y="6356350"/>
            <a:ext cx="2743200" cy="365125"/>
          </a:xfrm>
        </p:spPr>
        <p:txBody>
          <a:bodyPr vert="horz" lIns="91440" tIns="45720" rIns="91440" bIns="45720" rtlCol="0" anchor="ctr">
            <a:normAutofit/>
          </a:bodyPr>
          <a:lstStyle/>
          <a:p>
            <a:pPr>
              <a:spcAft>
                <a:spcPts val="600"/>
              </a:spcAft>
            </a:pPr>
            <a:fld id="{FB12CDF8-32CE-4E9C-B71D-397F5A61EE24}" type="slidenum">
              <a:rPr lang="en-US" dirty="0" smtClean="0"/>
              <a:pPr>
                <a:spcAft>
                  <a:spcPts val="600"/>
                </a:spcAft>
              </a:pPr>
              <a:t>25</a:t>
            </a:fld>
            <a:endParaRPr lang="en-US"/>
          </a:p>
        </p:txBody>
      </p:sp>
      <p:sp>
        <p:nvSpPr>
          <p:cNvPr id="4" name="TextBox 3">
            <a:extLst>
              <a:ext uri="{FF2B5EF4-FFF2-40B4-BE49-F238E27FC236}">
                <a16:creationId xmlns:a16="http://schemas.microsoft.com/office/drawing/2014/main" id="{BA1453FC-02B0-9DCE-03D4-F3B04EE1BD21}"/>
              </a:ext>
            </a:extLst>
          </p:cNvPr>
          <p:cNvSpPr txBox="1"/>
          <p:nvPr/>
        </p:nvSpPr>
        <p:spPr>
          <a:xfrm>
            <a:off x="511791" y="2025282"/>
            <a:ext cx="11430000" cy="2352418"/>
          </a:xfrm>
          <a:prstGeom prst="rect">
            <a:avLst/>
          </a:prstGeom>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p>
            <a:pPr>
              <a:lnSpc>
                <a:spcPct val="90000"/>
              </a:lnSpc>
              <a:spcBef>
                <a:spcPct val="0"/>
              </a:spcBef>
              <a:spcAft>
                <a:spcPts val="600"/>
              </a:spcAft>
            </a:pPr>
            <a:endParaRPr lang="en-US" sz="3600" b="1" i="0" kern="1200">
              <a:solidFill>
                <a:schemeClr val="tx2"/>
              </a:solidFill>
              <a:latin typeface="Arial" panose="020B0604020202020204" pitchFamily="34" charset="0"/>
              <a:ea typeface="+mj-ea"/>
              <a:cs typeface="Arial"/>
            </a:endParaRPr>
          </a:p>
        </p:txBody>
      </p:sp>
      <p:graphicFrame>
        <p:nvGraphicFramePr>
          <p:cNvPr id="8" name="Table 7">
            <a:extLst>
              <a:ext uri="{FF2B5EF4-FFF2-40B4-BE49-F238E27FC236}">
                <a16:creationId xmlns:a16="http://schemas.microsoft.com/office/drawing/2014/main" id="{EBB7A81F-2F26-02EC-BF0D-DA37CC5E4CDB}"/>
              </a:ext>
            </a:extLst>
          </p:cNvPr>
          <p:cNvGraphicFramePr>
            <a:graphicFrameLocks noGrp="1"/>
          </p:cNvGraphicFramePr>
          <p:nvPr>
            <p:extLst>
              <p:ext uri="{D42A27DB-BD31-4B8C-83A1-F6EECF244321}">
                <p14:modId xmlns:p14="http://schemas.microsoft.com/office/powerpoint/2010/main" val="364211575"/>
              </p:ext>
            </p:extLst>
          </p:nvPr>
        </p:nvGraphicFramePr>
        <p:xfrm>
          <a:off x="6382871" y="2225699"/>
          <a:ext cx="5428131" cy="3290932"/>
        </p:xfrm>
        <a:graphic>
          <a:graphicData uri="http://schemas.openxmlformats.org/drawingml/2006/table">
            <a:tbl>
              <a:tblPr firstRow="1" firstCol="1" bandRow="1">
                <a:solidFill>
                  <a:srgbClr val="404040"/>
                </a:solidFill>
                <a:tableStyleId>{5C22544A-7EE6-4342-B048-85BDC9FD1C3A}</a:tableStyleId>
              </a:tblPr>
              <a:tblGrid>
                <a:gridCol w="2002322">
                  <a:extLst>
                    <a:ext uri="{9D8B030D-6E8A-4147-A177-3AD203B41FA5}">
                      <a16:colId xmlns:a16="http://schemas.microsoft.com/office/drawing/2014/main" val="2228416161"/>
                    </a:ext>
                  </a:extLst>
                </a:gridCol>
                <a:gridCol w="1603319">
                  <a:extLst>
                    <a:ext uri="{9D8B030D-6E8A-4147-A177-3AD203B41FA5}">
                      <a16:colId xmlns:a16="http://schemas.microsoft.com/office/drawing/2014/main" val="2073449861"/>
                    </a:ext>
                  </a:extLst>
                </a:gridCol>
                <a:gridCol w="1822490">
                  <a:extLst>
                    <a:ext uri="{9D8B030D-6E8A-4147-A177-3AD203B41FA5}">
                      <a16:colId xmlns:a16="http://schemas.microsoft.com/office/drawing/2014/main" val="4255187748"/>
                    </a:ext>
                  </a:extLst>
                </a:gridCol>
              </a:tblGrid>
              <a:tr h="1089784">
                <a:tc rowSpan="2">
                  <a:txBody>
                    <a:bodyPr/>
                    <a:lstStyle/>
                    <a:p>
                      <a:pPr algn="ctr">
                        <a:spcAft>
                          <a:spcPts val="0"/>
                        </a:spcAft>
                      </a:pPr>
                      <a:r>
                        <a:rPr lang="en-US" sz="2800" b="0" cap="none" spc="0">
                          <a:solidFill>
                            <a:schemeClr val="bg1"/>
                          </a:solidFill>
                          <a:effectLst/>
                        </a:rPr>
                        <a:t>Company</a:t>
                      </a:r>
                    </a:p>
                  </a:txBody>
                  <a:tcPr marL="121387" marR="121387" marT="161849" marB="0" anchor="ctr">
                    <a:lnL w="12700" cmpd="sng">
                      <a:noFill/>
                    </a:lnL>
                    <a:lnR w="12700" cmpd="sng">
                      <a:noFill/>
                    </a:lnR>
                    <a:lnT w="19050" cap="flat" cmpd="sng" algn="ctr">
                      <a:noFill/>
                      <a:prstDash val="solid"/>
                    </a:lnT>
                    <a:lnB w="38100" cmpd="sng">
                      <a:noFill/>
                    </a:lnB>
                    <a:solidFill>
                      <a:schemeClr val="accent2"/>
                    </a:solidFill>
                  </a:tcPr>
                </a:tc>
                <a:tc>
                  <a:txBody>
                    <a:bodyPr/>
                    <a:lstStyle/>
                    <a:p>
                      <a:pPr algn="ctr">
                        <a:spcAft>
                          <a:spcPts val="0"/>
                        </a:spcAft>
                      </a:pPr>
                      <a:r>
                        <a:rPr lang="en-US" sz="2800" b="0" cap="none" spc="0">
                          <a:solidFill>
                            <a:schemeClr val="bg1"/>
                          </a:solidFill>
                          <a:effectLst/>
                        </a:rPr>
                        <a:t>ARIMA</a:t>
                      </a:r>
                    </a:p>
                  </a:txBody>
                  <a:tcPr marL="121387" marR="121387" marT="161849" marB="0" anchor="ctr">
                    <a:lnL w="12700" cmpd="sng">
                      <a:noFill/>
                    </a:lnL>
                    <a:lnR w="12700" cmpd="sng">
                      <a:noFill/>
                    </a:lnR>
                    <a:lnT w="19050" cap="flat" cmpd="sng" algn="ctr">
                      <a:noFill/>
                      <a:prstDash val="solid"/>
                    </a:lnT>
                    <a:lnB w="38100" cmpd="sng">
                      <a:noFill/>
                    </a:lnB>
                    <a:solidFill>
                      <a:schemeClr val="accent2"/>
                    </a:solidFill>
                  </a:tcPr>
                </a:tc>
                <a:tc>
                  <a:txBody>
                    <a:bodyPr/>
                    <a:lstStyle/>
                    <a:p>
                      <a:pPr algn="ctr">
                        <a:spcAft>
                          <a:spcPts val="0"/>
                        </a:spcAft>
                      </a:pPr>
                      <a:r>
                        <a:rPr lang="en-US" sz="2800" b="0" cap="none" spc="0">
                          <a:solidFill>
                            <a:schemeClr val="bg1"/>
                          </a:solidFill>
                          <a:effectLst/>
                        </a:rPr>
                        <a:t>Random Forest</a:t>
                      </a:r>
                    </a:p>
                  </a:txBody>
                  <a:tcPr marL="121387" marR="121387" marT="161849" marB="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2685822770"/>
                  </a:ext>
                </a:extLst>
              </a:tr>
              <a:tr h="550287">
                <a:tc vMerge="1">
                  <a:txBody>
                    <a:bodyPr/>
                    <a:lstStyle/>
                    <a:p>
                      <a:endParaRPr lang="en-US"/>
                    </a:p>
                  </a:txBody>
                  <a:tcPr/>
                </a:tc>
                <a:tc gridSpan="2">
                  <a:txBody>
                    <a:bodyPr/>
                    <a:lstStyle/>
                    <a:p>
                      <a:pPr algn="ctr">
                        <a:spcAft>
                          <a:spcPts val="0"/>
                        </a:spcAft>
                      </a:pPr>
                      <a:r>
                        <a:rPr lang="en-US" sz="2100" cap="none" spc="0">
                          <a:solidFill>
                            <a:schemeClr val="bg1"/>
                          </a:solidFill>
                          <a:effectLst/>
                        </a:rPr>
                        <a:t>RMSE</a:t>
                      </a:r>
                    </a:p>
                  </a:txBody>
                  <a:tcPr marL="121387" marR="121387" marT="161849" marB="0">
                    <a:lnL w="38100" cmpd="sng">
                      <a:noFill/>
                    </a:lnL>
                    <a:lnR w="12700" cmpd="sng">
                      <a:noFill/>
                      <a:prstDash val="solid"/>
                    </a:lnR>
                    <a:lnT w="38100" cmpd="sng">
                      <a:noFill/>
                    </a:lnT>
                    <a:lnB w="12700" cap="flat" cmpd="sng" algn="ctr">
                      <a:solidFill>
                        <a:schemeClr val="bg1">
                          <a:lumMod val="75000"/>
                        </a:schemeClr>
                      </a:solidFill>
                      <a:prstDash val="solid"/>
                    </a:lnB>
                    <a:solidFill>
                      <a:srgbClr val="404040"/>
                    </a:solidFill>
                  </a:tcPr>
                </a:tc>
                <a:tc hMerge="1">
                  <a:txBody>
                    <a:bodyPr/>
                    <a:lstStyle/>
                    <a:p>
                      <a:endParaRPr lang="en-US"/>
                    </a:p>
                  </a:txBody>
                  <a:tcPr/>
                </a:tc>
                <a:extLst>
                  <a:ext uri="{0D108BD9-81ED-4DB2-BD59-A6C34878D82A}">
                    <a16:rowId xmlns:a16="http://schemas.microsoft.com/office/drawing/2014/main" val="1947761621"/>
                  </a:ext>
                </a:extLst>
              </a:tr>
              <a:tr h="550287">
                <a:tc>
                  <a:txBody>
                    <a:bodyPr/>
                    <a:lstStyle/>
                    <a:p>
                      <a:pPr algn="ctr">
                        <a:spcAft>
                          <a:spcPts val="0"/>
                        </a:spcAft>
                      </a:pPr>
                      <a:r>
                        <a:rPr lang="en-US" sz="2100" b="1" cap="none" spc="0">
                          <a:solidFill>
                            <a:schemeClr val="bg1"/>
                          </a:solidFill>
                          <a:effectLst/>
                        </a:rPr>
                        <a:t>JPM</a:t>
                      </a:r>
                    </a:p>
                  </a:txBody>
                  <a:tcPr marL="121387" marR="121387" marT="161849" marB="0">
                    <a:lnL w="12700" cmpd="sng">
                      <a:noFill/>
                      <a:prstDash val="solid"/>
                    </a:lnL>
                    <a:lnR w="12700" cmpd="sng">
                      <a:noFill/>
                      <a:prstDash val="solid"/>
                    </a:lnR>
                    <a:lnT w="38100" cmpd="sng">
                      <a:noFill/>
                    </a:lnT>
                    <a:lnB w="12700" cmpd="sng">
                      <a:noFill/>
                      <a:prstDash val="solid"/>
                    </a:lnB>
                    <a:solidFill>
                      <a:srgbClr val="262626"/>
                    </a:solidFill>
                  </a:tcPr>
                </a:tc>
                <a:tc>
                  <a:txBody>
                    <a:bodyPr/>
                    <a:lstStyle/>
                    <a:p>
                      <a:pPr algn="ctr">
                        <a:spcAft>
                          <a:spcPts val="0"/>
                        </a:spcAft>
                      </a:pPr>
                      <a:r>
                        <a:rPr lang="en-US" sz="2100" b="1" cap="none" spc="0">
                          <a:solidFill>
                            <a:schemeClr val="accent1">
                              <a:lumMod val="60000"/>
                              <a:lumOff val="40000"/>
                            </a:schemeClr>
                          </a:solidFill>
                          <a:effectLst/>
                        </a:rPr>
                        <a:t>1.4826</a:t>
                      </a:r>
                    </a:p>
                  </a:txBody>
                  <a:tcPr marL="121387" marR="121387" marT="161849"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spcAft>
                          <a:spcPts val="0"/>
                        </a:spcAft>
                      </a:pPr>
                      <a:r>
                        <a:rPr lang="en-US" sz="2100" cap="none" spc="0">
                          <a:solidFill>
                            <a:schemeClr val="bg1"/>
                          </a:solidFill>
                          <a:effectLst/>
                        </a:rPr>
                        <a:t>1.6557</a:t>
                      </a:r>
                    </a:p>
                  </a:txBody>
                  <a:tcPr marL="121387" marR="121387" marT="161849"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55425861"/>
                  </a:ext>
                </a:extLst>
              </a:tr>
              <a:tr h="550287">
                <a:tc>
                  <a:txBody>
                    <a:bodyPr/>
                    <a:lstStyle/>
                    <a:p>
                      <a:pPr algn="ctr">
                        <a:spcAft>
                          <a:spcPts val="0"/>
                        </a:spcAft>
                      </a:pPr>
                      <a:r>
                        <a:rPr lang="en-US" sz="2100" b="1" cap="none" spc="0">
                          <a:solidFill>
                            <a:schemeClr val="bg1"/>
                          </a:solidFill>
                          <a:effectLst/>
                        </a:rPr>
                        <a:t>Google</a:t>
                      </a:r>
                    </a:p>
                  </a:txBody>
                  <a:tcPr marL="121387" marR="121387" marT="161849"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spcAft>
                          <a:spcPts val="0"/>
                        </a:spcAft>
                      </a:pPr>
                      <a:r>
                        <a:rPr lang="en-US" sz="2100" b="1" cap="none" spc="0">
                          <a:solidFill>
                            <a:schemeClr val="accent1">
                              <a:lumMod val="60000"/>
                              <a:lumOff val="40000"/>
                            </a:schemeClr>
                          </a:solidFill>
                          <a:effectLst/>
                        </a:rPr>
                        <a:t>1.2171</a:t>
                      </a:r>
                    </a:p>
                  </a:txBody>
                  <a:tcPr marL="121387" marR="121387" marT="161849"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spcAft>
                          <a:spcPts val="0"/>
                        </a:spcAft>
                      </a:pPr>
                      <a:r>
                        <a:rPr lang="en-US" sz="2100" cap="none" spc="0">
                          <a:solidFill>
                            <a:schemeClr val="bg1"/>
                          </a:solidFill>
                          <a:effectLst/>
                        </a:rPr>
                        <a:t>1.3528</a:t>
                      </a:r>
                    </a:p>
                  </a:txBody>
                  <a:tcPr marL="121387" marR="121387" marT="161849" marB="0">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966094088"/>
                  </a:ext>
                </a:extLst>
              </a:tr>
              <a:tr h="550287">
                <a:tc>
                  <a:txBody>
                    <a:bodyPr/>
                    <a:lstStyle/>
                    <a:p>
                      <a:pPr algn="ctr">
                        <a:spcAft>
                          <a:spcPts val="0"/>
                        </a:spcAft>
                      </a:pPr>
                      <a:r>
                        <a:rPr lang="en-US" sz="2100" b="1" cap="none" spc="0">
                          <a:solidFill>
                            <a:schemeClr val="bg1"/>
                          </a:solidFill>
                          <a:effectLst/>
                        </a:rPr>
                        <a:t>Tesla</a:t>
                      </a:r>
                    </a:p>
                  </a:txBody>
                  <a:tcPr marL="121387" marR="121387" marT="161849"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spcAft>
                          <a:spcPts val="0"/>
                        </a:spcAft>
                      </a:pPr>
                      <a:r>
                        <a:rPr lang="en-US" sz="2100" b="1" cap="none" spc="0">
                          <a:solidFill>
                            <a:schemeClr val="accent1">
                              <a:lumMod val="60000"/>
                              <a:lumOff val="40000"/>
                            </a:schemeClr>
                          </a:solidFill>
                          <a:effectLst/>
                        </a:rPr>
                        <a:t>4.7000</a:t>
                      </a:r>
                    </a:p>
                  </a:txBody>
                  <a:tcPr marL="121387" marR="121387" marT="161849"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spcAft>
                          <a:spcPts val="0"/>
                        </a:spcAft>
                      </a:pPr>
                      <a:r>
                        <a:rPr lang="en-US" sz="2100" cap="none" spc="0">
                          <a:solidFill>
                            <a:schemeClr val="bg1"/>
                          </a:solidFill>
                          <a:effectLst/>
                        </a:rPr>
                        <a:t>5.5964</a:t>
                      </a:r>
                    </a:p>
                  </a:txBody>
                  <a:tcPr marL="121387" marR="121387" marT="161849" marB="0">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3129987289"/>
                  </a:ext>
                </a:extLst>
              </a:tr>
            </a:tbl>
          </a:graphicData>
        </a:graphic>
      </p:graphicFrame>
    </p:spTree>
    <p:extLst>
      <p:ext uri="{BB962C8B-B14F-4D97-AF65-F5344CB8AC3E}">
        <p14:creationId xmlns:p14="http://schemas.microsoft.com/office/powerpoint/2010/main" val="3641338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B51FE5D-C19A-92C3-A865-FA8CC9E5F634}"/>
              </a:ext>
            </a:extLst>
          </p:cNvPr>
          <p:cNvSpPr txBox="1"/>
          <p:nvPr/>
        </p:nvSpPr>
        <p:spPr>
          <a:xfrm>
            <a:off x="552938" y="465016"/>
            <a:ext cx="425743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3600" b="1">
                <a:solidFill>
                  <a:srgbClr val="0039A6"/>
                </a:solidFill>
                <a:ea typeface="黑体"/>
                <a:cs typeface="Arial"/>
              </a:rPr>
              <a:t>Risk Estimation</a:t>
            </a:r>
            <a:endParaRPr lang="zh-CN" altLang="en-US">
              <a:ea typeface="黑体"/>
            </a:endParaRPr>
          </a:p>
        </p:txBody>
      </p:sp>
      <p:sp>
        <p:nvSpPr>
          <p:cNvPr id="3" name="文本框 2">
            <a:extLst>
              <a:ext uri="{FF2B5EF4-FFF2-40B4-BE49-F238E27FC236}">
                <a16:creationId xmlns:a16="http://schemas.microsoft.com/office/drawing/2014/main" id="{7A533202-ECD2-7275-5CF2-9CE18866949C}"/>
              </a:ext>
            </a:extLst>
          </p:cNvPr>
          <p:cNvSpPr txBox="1"/>
          <p:nvPr/>
        </p:nvSpPr>
        <p:spPr>
          <a:xfrm>
            <a:off x="523631" y="1559169"/>
            <a:ext cx="1065627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tLang="zh-CN">
              <a:latin typeface="Times New Roman"/>
              <a:ea typeface="黑体"/>
              <a:cs typeface="Times New Roman"/>
            </a:endParaRPr>
          </a:p>
          <a:p>
            <a:pPr marL="285750" indent="-285750">
              <a:lnSpc>
                <a:spcPct val="150000"/>
              </a:lnSpc>
              <a:buFont typeface="Arial"/>
              <a:buChar char="•"/>
            </a:pPr>
            <a:r>
              <a:rPr lang="en-US" err="1">
                <a:latin typeface="Times New Roman"/>
                <a:ea typeface="+mn-lt"/>
                <a:cs typeface="Times New Roman"/>
              </a:rPr>
              <a:t>VaR</a:t>
            </a:r>
            <a:r>
              <a:rPr lang="en-US">
                <a:latin typeface="Times New Roman"/>
                <a:ea typeface="+mn-lt"/>
                <a:cs typeface="+mn-lt"/>
              </a:rPr>
              <a:t> can use to construct portfolios with a desired level of risk and return. Losses of 10.8% of the total investment</a:t>
            </a:r>
            <a:r>
              <a:rPr lang="en-US">
                <a:latin typeface="Times New Roman"/>
                <a:ea typeface="黑体"/>
                <a:cs typeface="Times New Roman"/>
              </a:rPr>
              <a:t> that could be incurred on a stock investment within 99% confidence interval. </a:t>
            </a:r>
          </a:p>
          <a:p>
            <a:pPr marL="285750" indent="-285750">
              <a:lnSpc>
                <a:spcPct val="150000"/>
              </a:lnSpc>
              <a:buFont typeface="Arial"/>
              <a:buChar char="•"/>
            </a:pPr>
            <a:r>
              <a:rPr lang="en-US">
                <a:latin typeface="Times New Roman"/>
                <a:ea typeface="黑体"/>
                <a:cs typeface="Times New Roman"/>
              </a:rPr>
              <a:t>Based on the </a:t>
            </a:r>
            <a:r>
              <a:rPr lang="en-US" err="1">
                <a:latin typeface="Times New Roman"/>
                <a:ea typeface="黑体"/>
                <a:cs typeface="Times New Roman"/>
              </a:rPr>
              <a:t>VaR</a:t>
            </a:r>
            <a:r>
              <a:rPr lang="en-US">
                <a:latin typeface="Times New Roman"/>
                <a:ea typeface="黑体"/>
                <a:cs typeface="Times New Roman"/>
              </a:rPr>
              <a:t>, The optimal portfolio with least risk includes 60% JPM stock and 40% GOOG stock.</a:t>
            </a:r>
          </a:p>
          <a:p>
            <a:pPr marL="285750" indent="-285750">
              <a:lnSpc>
                <a:spcPct val="150000"/>
              </a:lnSpc>
              <a:buFont typeface="Arial"/>
              <a:buChar char="•"/>
            </a:pPr>
            <a:endParaRPr lang="en-US">
              <a:latin typeface="Times New Roman"/>
              <a:ea typeface="黑体"/>
              <a:cs typeface="Times New Roman"/>
            </a:endParaRPr>
          </a:p>
          <a:p>
            <a:pPr marL="285750" indent="-285750">
              <a:lnSpc>
                <a:spcPct val="150000"/>
              </a:lnSpc>
              <a:buFont typeface="Arial"/>
              <a:buChar char="•"/>
            </a:pPr>
            <a:endParaRPr lang="en-US">
              <a:latin typeface="Times New Roman"/>
              <a:ea typeface="黑体"/>
              <a:cs typeface="Times New Roman"/>
            </a:endParaRPr>
          </a:p>
          <a:p>
            <a:pPr marL="285750" indent="-285750">
              <a:lnSpc>
                <a:spcPct val="150000"/>
              </a:lnSpc>
              <a:buFont typeface="Arial"/>
              <a:buChar char="•"/>
            </a:pPr>
            <a:endParaRPr lang="en-US">
              <a:latin typeface="Times New Roman"/>
              <a:ea typeface="黑体"/>
              <a:cs typeface="Times New Roman"/>
            </a:endParaRPr>
          </a:p>
          <a:p>
            <a:pPr marL="285750" indent="-285750">
              <a:lnSpc>
                <a:spcPct val="150000"/>
              </a:lnSpc>
              <a:buFont typeface="Arial"/>
              <a:buChar char="•"/>
            </a:pPr>
            <a:r>
              <a:rPr lang="en-US" altLang="zh-CN">
                <a:latin typeface="Times New Roman"/>
                <a:ea typeface="黑体"/>
                <a:cs typeface="Times New Roman"/>
              </a:rPr>
              <a:t>Cons: </a:t>
            </a:r>
            <a:r>
              <a:rPr lang="en-US">
                <a:latin typeface="Times New Roman"/>
                <a:ea typeface="+mn-lt"/>
                <a:cs typeface="+mn-lt"/>
              </a:rPr>
              <a:t>risk measures are only estimates and may not accurately reflect future performance. Therefore, investors should use multiple measures and conduct thorough analysis before making investment decisions.</a:t>
            </a:r>
            <a:endParaRPr lang="zh-CN" altLang="en-US">
              <a:latin typeface="Times New Roman"/>
              <a:ea typeface="黑体"/>
              <a:cs typeface="Times New Roman"/>
            </a:endParaRPr>
          </a:p>
          <a:p>
            <a:pPr marL="285750" indent="-285750">
              <a:lnSpc>
                <a:spcPct val="150000"/>
              </a:lnSpc>
              <a:buFont typeface="Arial"/>
              <a:buChar char="•"/>
            </a:pPr>
            <a:endParaRPr lang="en-US">
              <a:latin typeface="Times New Roman"/>
              <a:ea typeface="黑体"/>
              <a:cs typeface="Arial"/>
            </a:endParaRPr>
          </a:p>
          <a:p>
            <a:pPr>
              <a:lnSpc>
                <a:spcPct val="150000"/>
              </a:lnSpc>
            </a:pPr>
            <a:endParaRPr lang="en-US">
              <a:latin typeface="Times New Roman"/>
              <a:ea typeface="黑体"/>
              <a:cs typeface="Arial"/>
            </a:endParaRPr>
          </a:p>
          <a:p>
            <a:endParaRPr lang="en-US">
              <a:latin typeface="Times New Roman"/>
              <a:ea typeface="黑体"/>
              <a:cs typeface="Arial"/>
            </a:endParaRPr>
          </a:p>
          <a:p>
            <a:endParaRPr lang="en-US">
              <a:latin typeface="Times New Roman"/>
              <a:ea typeface="黑体"/>
              <a:cs typeface="Arial"/>
            </a:endParaRPr>
          </a:p>
          <a:p>
            <a:endParaRPr lang="en-US">
              <a:latin typeface="Times New Roman"/>
              <a:ea typeface="黑体"/>
              <a:cs typeface="Arial"/>
            </a:endParaRPr>
          </a:p>
          <a:p>
            <a:endParaRPr lang="en-US">
              <a:latin typeface="Times New Roman"/>
              <a:ea typeface="黑体"/>
              <a:cs typeface="Arial"/>
            </a:endParaRPr>
          </a:p>
        </p:txBody>
      </p:sp>
    </p:spTree>
    <p:extLst>
      <p:ext uri="{BB962C8B-B14F-4D97-AF65-F5344CB8AC3E}">
        <p14:creationId xmlns:p14="http://schemas.microsoft.com/office/powerpoint/2010/main" val="2171734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D4F1D-4ECF-3539-ECD7-E9C9D2D8B8F8}"/>
              </a:ext>
            </a:extLst>
          </p:cNvPr>
          <p:cNvSpPr>
            <a:spLocks noGrp="1"/>
          </p:cNvSpPr>
          <p:nvPr>
            <p:ph type="title"/>
          </p:nvPr>
        </p:nvSpPr>
        <p:spPr>
          <a:xfrm>
            <a:off x="3628062" y="2582052"/>
            <a:ext cx="4935875" cy="1477328"/>
          </a:xfrm>
        </p:spPr>
        <p:txBody>
          <a:bodyPr/>
          <a:lstStyle/>
          <a:p>
            <a:pPr lvl="0">
              <a:lnSpc>
                <a:spcPct val="100000"/>
              </a:lnSpc>
            </a:pPr>
            <a:r>
              <a:rPr lang="en-US" sz="4800"/>
              <a:t>Group Contributions</a:t>
            </a:r>
          </a:p>
        </p:txBody>
      </p:sp>
      <p:sp>
        <p:nvSpPr>
          <p:cNvPr id="4" name="Slide Number Placeholder 3">
            <a:extLst>
              <a:ext uri="{FF2B5EF4-FFF2-40B4-BE49-F238E27FC236}">
                <a16:creationId xmlns:a16="http://schemas.microsoft.com/office/drawing/2014/main" id="{55B1D080-681E-0AED-E8CA-C6B46F9858BD}"/>
              </a:ext>
            </a:extLst>
          </p:cNvPr>
          <p:cNvSpPr>
            <a:spLocks noGrp="1"/>
          </p:cNvSpPr>
          <p:nvPr>
            <p:ph type="sldNum" sz="quarter" idx="12"/>
          </p:nvPr>
        </p:nvSpPr>
        <p:spPr/>
        <p:txBody>
          <a:bodyPr/>
          <a:lstStyle/>
          <a:p>
            <a:fld id="{FB12CDF8-32CE-4E9C-B71D-397F5A61EE24}" type="slidenum">
              <a:rPr lang="en-US" smtClean="0"/>
              <a:t>27</a:t>
            </a:fld>
            <a:endParaRPr lang="en-US"/>
          </a:p>
        </p:txBody>
      </p:sp>
      <p:sp>
        <p:nvSpPr>
          <p:cNvPr id="3" name="Footer Placeholder 2">
            <a:extLst>
              <a:ext uri="{FF2B5EF4-FFF2-40B4-BE49-F238E27FC236}">
                <a16:creationId xmlns:a16="http://schemas.microsoft.com/office/drawing/2014/main" id="{57940E86-DC9B-94B2-56F3-34E3CE3FC9EF}"/>
              </a:ext>
            </a:extLst>
          </p:cNvPr>
          <p:cNvSpPr>
            <a:spLocks noGrp="1"/>
          </p:cNvSpPr>
          <p:nvPr>
            <p:ph type="ftr" sz="quarter" idx="11"/>
          </p:nvPr>
        </p:nvSpPr>
        <p:spPr/>
        <p:txBody>
          <a:bodyPr/>
          <a:lstStyle/>
          <a:p>
            <a:r>
              <a:rPr lang="en-US"/>
              <a:t>The analysis and results are based on synthetically generated data. This is NOT a reflection of Truist's data.​</a:t>
            </a:r>
          </a:p>
        </p:txBody>
      </p:sp>
    </p:spTree>
    <p:extLst>
      <p:ext uri="{BB962C8B-B14F-4D97-AF65-F5344CB8AC3E}">
        <p14:creationId xmlns:p14="http://schemas.microsoft.com/office/powerpoint/2010/main" val="1779193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E98555A-1D09-AE40-810F-919F4B496558}"/>
              </a:ext>
            </a:extLst>
          </p:cNvPr>
          <p:cNvPicPr>
            <a:picLocks noChangeAspect="1"/>
          </p:cNvPicPr>
          <p:nvPr/>
        </p:nvPicPr>
        <p:blipFill>
          <a:blip r:embed="rId2"/>
          <a:stretch>
            <a:fillRect/>
          </a:stretch>
        </p:blipFill>
        <p:spPr>
          <a:xfrm>
            <a:off x="1615526" y="778460"/>
            <a:ext cx="8960948" cy="4895182"/>
          </a:xfrm>
          <a:prstGeom prst="rect">
            <a:avLst/>
          </a:prstGeom>
        </p:spPr>
      </p:pic>
    </p:spTree>
    <p:extLst>
      <p:ext uri="{BB962C8B-B14F-4D97-AF65-F5344CB8AC3E}">
        <p14:creationId xmlns:p14="http://schemas.microsoft.com/office/powerpoint/2010/main" val="1632459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A9E3F6-EB72-4939-9021-A36D5593B921}"/>
              </a:ext>
            </a:extLst>
          </p:cNvPr>
          <p:cNvSpPr>
            <a:spLocks noGrp="1"/>
          </p:cNvSpPr>
          <p:nvPr>
            <p:ph type="ctrTitle"/>
          </p:nvPr>
        </p:nvSpPr>
        <p:spPr/>
        <p:txBody>
          <a:bodyPr/>
          <a:lstStyle/>
          <a:p>
            <a:r>
              <a:rPr lang="en-US"/>
              <a:t>Thanks</a:t>
            </a:r>
          </a:p>
        </p:txBody>
      </p:sp>
    </p:spTree>
    <p:extLst>
      <p:ext uri="{BB962C8B-B14F-4D97-AF65-F5344CB8AC3E}">
        <p14:creationId xmlns:p14="http://schemas.microsoft.com/office/powerpoint/2010/main" val="3487448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008_Robinson_PPT_template_20160817_1e">
  <a:themeElements>
    <a:clrScheme name="Robinson Office Colors">
      <a:dk1>
        <a:srgbClr val="404041"/>
      </a:dk1>
      <a:lt1>
        <a:srgbClr val="EDEEEF"/>
      </a:lt1>
      <a:dk2>
        <a:srgbClr val="0039A6"/>
      </a:dk2>
      <a:lt2>
        <a:srgbClr val="A4A9AD"/>
      </a:lt2>
      <a:accent1>
        <a:srgbClr val="0039A6"/>
      </a:accent1>
      <a:accent2>
        <a:srgbClr val="C60C30"/>
      </a:accent2>
      <a:accent3>
        <a:srgbClr val="006F42"/>
      </a:accent3>
      <a:accent4>
        <a:srgbClr val="FFC843"/>
      </a:accent4>
      <a:accent5>
        <a:srgbClr val="61B4E4"/>
      </a:accent5>
      <a:accent6>
        <a:srgbClr val="EF7622"/>
      </a:accent6>
      <a:hlink>
        <a:srgbClr val="0563C1"/>
      </a:hlink>
      <a:folHlink>
        <a:srgbClr val="4F545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latin typeface="Sofia Pro Medium" panose="020B0000000000000000" pitchFamily="34" charset="0"/>
          </a:defRPr>
        </a:defPPr>
      </a:lstStyle>
    </a:txDef>
  </a:objectDefaults>
  <a:extraClrSchemeLst/>
  <a:extLst>
    <a:ext uri="{05A4C25C-085E-4340-85A3-A5531E510DB2}">
      <thm15:themeFamily xmlns:thm15="http://schemas.microsoft.com/office/thememl/2012/main" name="Robinson_PPT_template_16x9_CE_3" id="{7E7BB4D5-A6CF-D840-B64A-1A7149FE5A55}" vid="{43DDED81-B479-0843-AF32-54DCDA12F5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1417</Words>
  <Application>Microsoft Macintosh PowerPoint</Application>
  <PresentationFormat>Widescreen</PresentationFormat>
  <Paragraphs>240</Paragraphs>
  <Slides>29</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29</vt:i4>
      </vt:variant>
    </vt:vector>
  </HeadingPairs>
  <TitlesOfParts>
    <vt:vector size="39" baseType="lpstr">
      <vt:lpstr>Arial</vt:lpstr>
      <vt:lpstr>Calibri</vt:lpstr>
      <vt:lpstr>Calibri Light</vt:lpstr>
      <vt:lpstr>Cambria Math</vt:lpstr>
      <vt:lpstr>Palatino</vt:lpstr>
      <vt:lpstr>Sofia Pro Medium</vt:lpstr>
      <vt:lpstr>Söhne</vt:lpstr>
      <vt:lpstr>Times New Roman</vt:lpstr>
      <vt:lpstr>MAT008_Robinson_PPT_template_20160817_1e</vt:lpstr>
      <vt:lpstr>Office Theme</vt:lpstr>
      <vt:lpstr>Stock Price Forecasting and Risk Estimation     TEAM 5</vt:lpstr>
      <vt:lpstr>Agenda:</vt:lpstr>
      <vt:lpstr>Problem Statement and Objective</vt:lpstr>
      <vt:lpstr>PowerPoint Presentation</vt:lpstr>
      <vt:lpstr>PowerPoint Presentation</vt:lpstr>
      <vt:lpstr>Data Preprocessing and  Exploratory Analysis</vt:lpstr>
      <vt:lpstr>PowerPoint Presentation</vt:lpstr>
      <vt:lpstr>PowerPoint Presentation</vt:lpstr>
      <vt:lpstr>Risk Estimation – Monthly Log Return</vt:lpstr>
      <vt:lpstr>Risk Estimation – ACF of Log Return</vt:lpstr>
      <vt:lpstr>Algorithms and  Implementations</vt:lpstr>
      <vt:lpstr>PowerPoint Presentation</vt:lpstr>
      <vt:lpstr>PowerPoint Presentation</vt:lpstr>
      <vt:lpstr>Risk Estimation</vt:lpstr>
      <vt:lpstr>Risk Estimation</vt:lpstr>
      <vt:lpstr>Results and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lpstr>PowerPoint Presentation</vt:lpstr>
      <vt:lpstr>PowerPoint Presentation</vt:lpstr>
      <vt:lpstr>Group Contributions</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Ashley Rabanales</cp:lastModifiedBy>
  <cp:revision>2</cp:revision>
  <dcterms:created xsi:type="dcterms:W3CDTF">2023-04-02T20:24:17Z</dcterms:created>
  <dcterms:modified xsi:type="dcterms:W3CDTF">2023-04-24T05:58:18Z</dcterms:modified>
</cp:coreProperties>
</file>